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6" r:id="rId1"/>
  </p:sldMasterIdLst>
  <p:notesMasterIdLst>
    <p:notesMasterId r:id="rId15"/>
  </p:notesMasterIdLst>
  <p:sldIdLst>
    <p:sldId id="256" r:id="rId2"/>
    <p:sldId id="257" r:id="rId3"/>
    <p:sldId id="263" r:id="rId4"/>
    <p:sldId id="258" r:id="rId5"/>
    <p:sldId id="259" r:id="rId6"/>
    <p:sldId id="260" r:id="rId7"/>
    <p:sldId id="262" r:id="rId8"/>
    <p:sldId id="261" r:id="rId9"/>
    <p:sldId id="264" r:id="rId10"/>
    <p:sldId id="266" r:id="rId11"/>
    <p:sldId id="265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FDE946-923F-4B13-81CC-5F79B83A975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C9D55FF-DB7B-4EF0-BA73-63FDFAB83E26}">
      <dgm:prSet/>
      <dgm:spPr/>
      <dgm:t>
        <a:bodyPr/>
        <a:lstStyle/>
        <a:p>
          <a:r>
            <a:rPr lang="en-CA" b="1" dirty="0"/>
            <a:t>This concept demonstrates how the sentiment dashboard interprets user reviews via Azure Cognitive Services Text Analytics</a:t>
          </a:r>
          <a:endParaRPr lang="en-US" b="1" dirty="0"/>
        </a:p>
      </dgm:t>
    </dgm:pt>
    <dgm:pt modelId="{EFF0045D-4774-4BD8-B916-F2D07931C048}" type="parTrans" cxnId="{2B467FE5-AEA2-4316-BBA0-0DE63DFF347D}">
      <dgm:prSet/>
      <dgm:spPr/>
      <dgm:t>
        <a:bodyPr/>
        <a:lstStyle/>
        <a:p>
          <a:endParaRPr lang="en-US"/>
        </a:p>
      </dgm:t>
    </dgm:pt>
    <dgm:pt modelId="{62681CF2-4170-4B4B-AA4A-002E85DD19D7}" type="sibTrans" cxnId="{2B467FE5-AEA2-4316-BBA0-0DE63DFF347D}">
      <dgm:prSet/>
      <dgm:spPr/>
      <dgm:t>
        <a:bodyPr/>
        <a:lstStyle/>
        <a:p>
          <a:endParaRPr lang="en-US"/>
        </a:p>
      </dgm:t>
    </dgm:pt>
    <dgm:pt modelId="{30139CAD-16BD-460D-AFAA-1D20D4F955CA}">
      <dgm:prSet/>
      <dgm:spPr/>
      <dgm:t>
        <a:bodyPr/>
        <a:lstStyle/>
        <a:p>
          <a:r>
            <a:rPr lang="en-CA" b="1" dirty="0"/>
            <a:t>Core Components</a:t>
          </a:r>
          <a:endParaRPr lang="en-US" b="1" dirty="0"/>
        </a:p>
      </dgm:t>
    </dgm:pt>
    <dgm:pt modelId="{0E86C92C-8C19-4E47-9956-CD5F8A6FB336}" type="parTrans" cxnId="{301DF6F5-CD32-466B-8716-0387A0C78DF3}">
      <dgm:prSet/>
      <dgm:spPr/>
      <dgm:t>
        <a:bodyPr/>
        <a:lstStyle/>
        <a:p>
          <a:endParaRPr lang="en-US"/>
        </a:p>
      </dgm:t>
    </dgm:pt>
    <dgm:pt modelId="{D244D7B3-BCC0-4DD3-95BC-AE67B1A7A27F}" type="sibTrans" cxnId="{301DF6F5-CD32-466B-8716-0387A0C78DF3}">
      <dgm:prSet/>
      <dgm:spPr/>
      <dgm:t>
        <a:bodyPr/>
        <a:lstStyle/>
        <a:p>
          <a:endParaRPr lang="en-US"/>
        </a:p>
      </dgm:t>
    </dgm:pt>
    <dgm:pt modelId="{C008E5B7-B2D0-4900-9F08-E8B0AC111A72}">
      <dgm:prSet/>
      <dgm:spPr/>
      <dgm:t>
        <a:bodyPr/>
        <a:lstStyle/>
        <a:p>
          <a:r>
            <a:rPr lang="en-CA" b="1" dirty="0"/>
            <a:t>Azure Cognitive Services Text Analytics:</a:t>
          </a:r>
          <a:r>
            <a:rPr lang="en-CA" dirty="0"/>
            <a:t> Interprets user text for key phrases and sentiment scoring</a:t>
          </a:r>
          <a:endParaRPr lang="en-US" dirty="0"/>
        </a:p>
      </dgm:t>
    </dgm:pt>
    <dgm:pt modelId="{781DFD89-7D22-453F-9FCF-75D1CE27E7C9}" type="parTrans" cxnId="{5306DB0C-55AD-4156-B970-8F9C25C83F0C}">
      <dgm:prSet/>
      <dgm:spPr/>
      <dgm:t>
        <a:bodyPr/>
        <a:lstStyle/>
        <a:p>
          <a:endParaRPr lang="en-US"/>
        </a:p>
      </dgm:t>
    </dgm:pt>
    <dgm:pt modelId="{2560A4C9-02D4-4B16-80C9-6BBD5CB41F01}" type="sibTrans" cxnId="{5306DB0C-55AD-4156-B970-8F9C25C83F0C}">
      <dgm:prSet/>
      <dgm:spPr/>
      <dgm:t>
        <a:bodyPr/>
        <a:lstStyle/>
        <a:p>
          <a:endParaRPr lang="en-US"/>
        </a:p>
      </dgm:t>
    </dgm:pt>
    <dgm:pt modelId="{BACD638D-104C-4D9D-9C18-F1F03C155E8F}">
      <dgm:prSet/>
      <dgm:spPr/>
      <dgm:t>
        <a:bodyPr/>
        <a:lstStyle/>
        <a:p>
          <a:r>
            <a:rPr lang="en-CA" b="1" dirty="0"/>
            <a:t>HTTP Trigger:</a:t>
          </a:r>
          <a:r>
            <a:rPr lang="en-CA" dirty="0"/>
            <a:t> User submitting a review via webpage</a:t>
          </a:r>
          <a:endParaRPr lang="en-US" dirty="0"/>
        </a:p>
      </dgm:t>
    </dgm:pt>
    <dgm:pt modelId="{3DE2C48C-22C9-4B66-B49E-B255604FD80B}" type="parTrans" cxnId="{B42A80CA-FD93-4A74-ADE3-41586703B979}">
      <dgm:prSet/>
      <dgm:spPr/>
      <dgm:t>
        <a:bodyPr/>
        <a:lstStyle/>
        <a:p>
          <a:endParaRPr lang="en-US"/>
        </a:p>
      </dgm:t>
    </dgm:pt>
    <dgm:pt modelId="{490B09B9-9458-4C27-9F6D-FC31EDDE7CE8}" type="sibTrans" cxnId="{B42A80CA-FD93-4A74-ADE3-41586703B979}">
      <dgm:prSet/>
      <dgm:spPr/>
      <dgm:t>
        <a:bodyPr/>
        <a:lstStyle/>
        <a:p>
          <a:endParaRPr lang="en-US"/>
        </a:p>
      </dgm:t>
    </dgm:pt>
    <dgm:pt modelId="{ED23C762-C944-4284-A153-01D97A73C82F}">
      <dgm:prSet/>
      <dgm:spPr/>
      <dgm:t>
        <a:bodyPr/>
        <a:lstStyle/>
        <a:p>
          <a:r>
            <a:rPr lang="en-CA" b="1" dirty="0"/>
            <a:t>Cosmos DB:</a:t>
          </a:r>
          <a:r>
            <a:rPr lang="en-CA" dirty="0"/>
            <a:t> Stores key phrases and scoring</a:t>
          </a:r>
        </a:p>
      </dgm:t>
    </dgm:pt>
    <dgm:pt modelId="{BB624E2D-EC95-4CD1-96A6-D4378E14E2DD}" type="parTrans" cxnId="{F78C96B9-0E15-4A7A-AC86-CD9BD3CCB81C}">
      <dgm:prSet/>
      <dgm:spPr/>
      <dgm:t>
        <a:bodyPr/>
        <a:lstStyle/>
        <a:p>
          <a:endParaRPr lang="en-US"/>
        </a:p>
      </dgm:t>
    </dgm:pt>
    <dgm:pt modelId="{855AB903-5049-4619-8762-86EBA7E41394}" type="sibTrans" cxnId="{F78C96B9-0E15-4A7A-AC86-CD9BD3CCB81C}">
      <dgm:prSet/>
      <dgm:spPr/>
      <dgm:t>
        <a:bodyPr/>
        <a:lstStyle/>
        <a:p>
          <a:endParaRPr lang="en-US"/>
        </a:p>
      </dgm:t>
    </dgm:pt>
    <dgm:pt modelId="{5FFBFD6B-3712-4EA3-AC25-AAC1E72D572B}" type="pres">
      <dgm:prSet presAssocID="{B6FDE946-923F-4B13-81CC-5F79B83A9758}" presName="root" presStyleCnt="0">
        <dgm:presLayoutVars>
          <dgm:dir/>
          <dgm:resizeHandles val="exact"/>
        </dgm:presLayoutVars>
      </dgm:prSet>
      <dgm:spPr/>
    </dgm:pt>
    <dgm:pt modelId="{63119A02-BA7D-4E9D-BF73-B4C945F9C924}" type="pres">
      <dgm:prSet presAssocID="{CC9D55FF-DB7B-4EF0-BA73-63FDFAB83E26}" presName="compNode" presStyleCnt="0"/>
      <dgm:spPr/>
    </dgm:pt>
    <dgm:pt modelId="{24277B46-015C-441B-9245-9AF3CFE09E87}" type="pres">
      <dgm:prSet presAssocID="{CC9D55FF-DB7B-4EF0-BA73-63FDFAB83E26}" presName="bgRect" presStyleLbl="bgShp" presStyleIdx="0" presStyleCnt="5"/>
      <dgm:spPr/>
    </dgm:pt>
    <dgm:pt modelId="{5CD29580-1028-4594-B540-B8869BCF2550}" type="pres">
      <dgm:prSet presAssocID="{CC9D55FF-DB7B-4EF0-BA73-63FDFAB83E2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0E5757C-2A1A-4885-B585-4E54F2053A57}" type="pres">
      <dgm:prSet presAssocID="{CC9D55FF-DB7B-4EF0-BA73-63FDFAB83E26}" presName="spaceRect" presStyleCnt="0"/>
      <dgm:spPr/>
    </dgm:pt>
    <dgm:pt modelId="{6BEBA928-AF4D-4008-A187-5306C32AB85F}" type="pres">
      <dgm:prSet presAssocID="{CC9D55FF-DB7B-4EF0-BA73-63FDFAB83E26}" presName="parTx" presStyleLbl="revTx" presStyleIdx="0" presStyleCnt="5">
        <dgm:presLayoutVars>
          <dgm:chMax val="0"/>
          <dgm:chPref val="0"/>
        </dgm:presLayoutVars>
      </dgm:prSet>
      <dgm:spPr/>
    </dgm:pt>
    <dgm:pt modelId="{B80D22AE-3870-4BCF-8F1F-0646EF79A869}" type="pres">
      <dgm:prSet presAssocID="{62681CF2-4170-4B4B-AA4A-002E85DD19D7}" presName="sibTrans" presStyleCnt="0"/>
      <dgm:spPr/>
    </dgm:pt>
    <dgm:pt modelId="{32416705-3AF3-4788-9F07-A031DF1DC1EE}" type="pres">
      <dgm:prSet presAssocID="{30139CAD-16BD-460D-AFAA-1D20D4F955CA}" presName="compNode" presStyleCnt="0"/>
      <dgm:spPr/>
    </dgm:pt>
    <dgm:pt modelId="{F1481A58-DCAD-42EB-9E9C-C174971EC7CD}" type="pres">
      <dgm:prSet presAssocID="{30139CAD-16BD-460D-AFAA-1D20D4F955CA}" presName="bgRect" presStyleLbl="bgShp" presStyleIdx="1" presStyleCnt="5"/>
      <dgm:spPr/>
    </dgm:pt>
    <dgm:pt modelId="{F0437A70-2BDF-412A-A3D2-DE7CFA84C32E}" type="pres">
      <dgm:prSet presAssocID="{30139CAD-16BD-460D-AFAA-1D20D4F955C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BEDB2295-DC7C-45DA-BE44-C72C80640440}" type="pres">
      <dgm:prSet presAssocID="{30139CAD-16BD-460D-AFAA-1D20D4F955CA}" presName="spaceRect" presStyleCnt="0"/>
      <dgm:spPr/>
    </dgm:pt>
    <dgm:pt modelId="{055254B2-E8F8-478A-A156-44F68E58B71E}" type="pres">
      <dgm:prSet presAssocID="{30139CAD-16BD-460D-AFAA-1D20D4F955CA}" presName="parTx" presStyleLbl="revTx" presStyleIdx="1" presStyleCnt="5">
        <dgm:presLayoutVars>
          <dgm:chMax val="0"/>
          <dgm:chPref val="0"/>
        </dgm:presLayoutVars>
      </dgm:prSet>
      <dgm:spPr/>
    </dgm:pt>
    <dgm:pt modelId="{E837FE15-B1C8-48B5-9F24-8BAA6279010D}" type="pres">
      <dgm:prSet presAssocID="{D244D7B3-BCC0-4DD3-95BC-AE67B1A7A27F}" presName="sibTrans" presStyleCnt="0"/>
      <dgm:spPr/>
    </dgm:pt>
    <dgm:pt modelId="{4822CF3E-97B1-4B06-BF6C-B69D752F08FD}" type="pres">
      <dgm:prSet presAssocID="{C008E5B7-B2D0-4900-9F08-E8B0AC111A72}" presName="compNode" presStyleCnt="0"/>
      <dgm:spPr/>
    </dgm:pt>
    <dgm:pt modelId="{A3E22D90-F019-407D-BAD0-02C1207AC315}" type="pres">
      <dgm:prSet presAssocID="{C008E5B7-B2D0-4900-9F08-E8B0AC111A72}" presName="bgRect" presStyleLbl="bgShp" presStyleIdx="2" presStyleCnt="5"/>
      <dgm:spPr/>
    </dgm:pt>
    <dgm:pt modelId="{04236ACC-0746-4934-9EE7-5317EB1B2C1D}" type="pres">
      <dgm:prSet presAssocID="{C008E5B7-B2D0-4900-9F08-E8B0AC111A7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EDBA1D3-7441-4923-8E56-476EA672B722}" type="pres">
      <dgm:prSet presAssocID="{C008E5B7-B2D0-4900-9F08-E8B0AC111A72}" presName="spaceRect" presStyleCnt="0"/>
      <dgm:spPr/>
    </dgm:pt>
    <dgm:pt modelId="{8F7B3463-FCBA-4122-A233-ACFC38A0CAFB}" type="pres">
      <dgm:prSet presAssocID="{C008E5B7-B2D0-4900-9F08-E8B0AC111A72}" presName="parTx" presStyleLbl="revTx" presStyleIdx="2" presStyleCnt="5">
        <dgm:presLayoutVars>
          <dgm:chMax val="0"/>
          <dgm:chPref val="0"/>
        </dgm:presLayoutVars>
      </dgm:prSet>
      <dgm:spPr/>
    </dgm:pt>
    <dgm:pt modelId="{1D8DC81F-A66B-4374-9C8E-87DE4C2FC321}" type="pres">
      <dgm:prSet presAssocID="{2560A4C9-02D4-4B16-80C9-6BBD5CB41F01}" presName="sibTrans" presStyleCnt="0"/>
      <dgm:spPr/>
    </dgm:pt>
    <dgm:pt modelId="{CA4281BC-2D47-4B64-89E0-8B448A77BBD1}" type="pres">
      <dgm:prSet presAssocID="{BACD638D-104C-4D9D-9C18-F1F03C155E8F}" presName="compNode" presStyleCnt="0"/>
      <dgm:spPr/>
    </dgm:pt>
    <dgm:pt modelId="{DD88F179-EA89-41D8-B8FC-77EA32CEC29E}" type="pres">
      <dgm:prSet presAssocID="{BACD638D-104C-4D9D-9C18-F1F03C155E8F}" presName="bgRect" presStyleLbl="bgShp" presStyleIdx="3" presStyleCnt="5"/>
      <dgm:spPr/>
    </dgm:pt>
    <dgm:pt modelId="{FA10DB0D-B5AB-4C40-AF82-0DF676040C41}" type="pres">
      <dgm:prSet presAssocID="{BACD638D-104C-4D9D-9C18-F1F03C155E8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D80A9D2-1505-45E6-84B4-75A240421FFD}" type="pres">
      <dgm:prSet presAssocID="{BACD638D-104C-4D9D-9C18-F1F03C155E8F}" presName="spaceRect" presStyleCnt="0"/>
      <dgm:spPr/>
    </dgm:pt>
    <dgm:pt modelId="{EF32CDA9-1081-4927-B972-423B9A42AB68}" type="pres">
      <dgm:prSet presAssocID="{BACD638D-104C-4D9D-9C18-F1F03C155E8F}" presName="parTx" presStyleLbl="revTx" presStyleIdx="3" presStyleCnt="5">
        <dgm:presLayoutVars>
          <dgm:chMax val="0"/>
          <dgm:chPref val="0"/>
        </dgm:presLayoutVars>
      </dgm:prSet>
      <dgm:spPr/>
    </dgm:pt>
    <dgm:pt modelId="{1FABB554-F1FA-4D23-8262-4FA99BFD2F13}" type="pres">
      <dgm:prSet presAssocID="{490B09B9-9458-4C27-9F6D-FC31EDDE7CE8}" presName="sibTrans" presStyleCnt="0"/>
      <dgm:spPr/>
    </dgm:pt>
    <dgm:pt modelId="{0EB2223D-02C8-42DA-9862-39A8EE81C699}" type="pres">
      <dgm:prSet presAssocID="{ED23C762-C944-4284-A153-01D97A73C82F}" presName="compNode" presStyleCnt="0"/>
      <dgm:spPr/>
    </dgm:pt>
    <dgm:pt modelId="{F5AC71F2-AA14-47C8-BDF8-240BF93AD546}" type="pres">
      <dgm:prSet presAssocID="{ED23C762-C944-4284-A153-01D97A73C82F}" presName="bgRect" presStyleLbl="bgShp" presStyleIdx="4" presStyleCnt="5"/>
      <dgm:spPr/>
    </dgm:pt>
    <dgm:pt modelId="{35E4BDB1-EB58-425E-BBEA-FC5E65A0AE88}" type="pres">
      <dgm:prSet presAssocID="{ED23C762-C944-4284-A153-01D97A73C82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FB68458-EEF7-4882-B12B-AC6AEB67676E}" type="pres">
      <dgm:prSet presAssocID="{ED23C762-C944-4284-A153-01D97A73C82F}" presName="spaceRect" presStyleCnt="0"/>
      <dgm:spPr/>
    </dgm:pt>
    <dgm:pt modelId="{6F7FC777-B9DA-4094-B4EE-BB50DD075692}" type="pres">
      <dgm:prSet presAssocID="{ED23C762-C944-4284-A153-01D97A73C82F}" presName="parTx" presStyleLbl="revTx" presStyleIdx="4" presStyleCnt="5" custLinFactNeighborX="-349" custLinFactNeighborY="5057">
        <dgm:presLayoutVars>
          <dgm:chMax val="0"/>
          <dgm:chPref val="0"/>
        </dgm:presLayoutVars>
      </dgm:prSet>
      <dgm:spPr/>
    </dgm:pt>
  </dgm:ptLst>
  <dgm:cxnLst>
    <dgm:cxn modelId="{5306DB0C-55AD-4156-B970-8F9C25C83F0C}" srcId="{B6FDE946-923F-4B13-81CC-5F79B83A9758}" destId="{C008E5B7-B2D0-4900-9F08-E8B0AC111A72}" srcOrd="2" destOrd="0" parTransId="{781DFD89-7D22-453F-9FCF-75D1CE27E7C9}" sibTransId="{2560A4C9-02D4-4B16-80C9-6BBD5CB41F01}"/>
    <dgm:cxn modelId="{87183A46-3600-4D22-B750-00DBD63E139C}" type="presOf" srcId="{C008E5B7-B2D0-4900-9F08-E8B0AC111A72}" destId="{8F7B3463-FCBA-4122-A233-ACFC38A0CAFB}" srcOrd="0" destOrd="0" presId="urn:microsoft.com/office/officeart/2018/2/layout/IconVerticalSolidList"/>
    <dgm:cxn modelId="{535B234D-0164-400D-8D7C-97A87F8CACB7}" type="presOf" srcId="{B6FDE946-923F-4B13-81CC-5F79B83A9758}" destId="{5FFBFD6B-3712-4EA3-AC25-AAC1E72D572B}" srcOrd="0" destOrd="0" presId="urn:microsoft.com/office/officeart/2018/2/layout/IconVerticalSolidList"/>
    <dgm:cxn modelId="{D931258D-0088-4827-8412-FD56276DA827}" type="presOf" srcId="{BACD638D-104C-4D9D-9C18-F1F03C155E8F}" destId="{EF32CDA9-1081-4927-B972-423B9A42AB68}" srcOrd="0" destOrd="0" presId="urn:microsoft.com/office/officeart/2018/2/layout/IconVerticalSolidList"/>
    <dgm:cxn modelId="{F78C96B9-0E15-4A7A-AC86-CD9BD3CCB81C}" srcId="{B6FDE946-923F-4B13-81CC-5F79B83A9758}" destId="{ED23C762-C944-4284-A153-01D97A73C82F}" srcOrd="4" destOrd="0" parTransId="{BB624E2D-EC95-4CD1-96A6-D4378E14E2DD}" sibTransId="{855AB903-5049-4619-8762-86EBA7E41394}"/>
    <dgm:cxn modelId="{6E0F16CA-21C2-4773-9AEA-8976502C3C0D}" type="presOf" srcId="{CC9D55FF-DB7B-4EF0-BA73-63FDFAB83E26}" destId="{6BEBA928-AF4D-4008-A187-5306C32AB85F}" srcOrd="0" destOrd="0" presId="urn:microsoft.com/office/officeart/2018/2/layout/IconVerticalSolidList"/>
    <dgm:cxn modelId="{B42A80CA-FD93-4A74-ADE3-41586703B979}" srcId="{B6FDE946-923F-4B13-81CC-5F79B83A9758}" destId="{BACD638D-104C-4D9D-9C18-F1F03C155E8F}" srcOrd="3" destOrd="0" parTransId="{3DE2C48C-22C9-4B66-B49E-B255604FD80B}" sibTransId="{490B09B9-9458-4C27-9F6D-FC31EDDE7CE8}"/>
    <dgm:cxn modelId="{B79BAAD5-38AD-4664-8901-8A851D6460D0}" type="presOf" srcId="{30139CAD-16BD-460D-AFAA-1D20D4F955CA}" destId="{055254B2-E8F8-478A-A156-44F68E58B71E}" srcOrd="0" destOrd="0" presId="urn:microsoft.com/office/officeart/2018/2/layout/IconVerticalSolidList"/>
    <dgm:cxn modelId="{E8538DE4-9DF0-41B4-B9E7-DC5AB9CEFFD7}" type="presOf" srcId="{ED23C762-C944-4284-A153-01D97A73C82F}" destId="{6F7FC777-B9DA-4094-B4EE-BB50DD075692}" srcOrd="0" destOrd="0" presId="urn:microsoft.com/office/officeart/2018/2/layout/IconVerticalSolidList"/>
    <dgm:cxn modelId="{2B467FE5-AEA2-4316-BBA0-0DE63DFF347D}" srcId="{B6FDE946-923F-4B13-81CC-5F79B83A9758}" destId="{CC9D55FF-DB7B-4EF0-BA73-63FDFAB83E26}" srcOrd="0" destOrd="0" parTransId="{EFF0045D-4774-4BD8-B916-F2D07931C048}" sibTransId="{62681CF2-4170-4B4B-AA4A-002E85DD19D7}"/>
    <dgm:cxn modelId="{301DF6F5-CD32-466B-8716-0387A0C78DF3}" srcId="{B6FDE946-923F-4B13-81CC-5F79B83A9758}" destId="{30139CAD-16BD-460D-AFAA-1D20D4F955CA}" srcOrd="1" destOrd="0" parTransId="{0E86C92C-8C19-4E47-9956-CD5F8A6FB336}" sibTransId="{D244D7B3-BCC0-4DD3-95BC-AE67B1A7A27F}"/>
    <dgm:cxn modelId="{943A3E21-4629-4809-91D3-62A3D7F06307}" type="presParOf" srcId="{5FFBFD6B-3712-4EA3-AC25-AAC1E72D572B}" destId="{63119A02-BA7D-4E9D-BF73-B4C945F9C924}" srcOrd="0" destOrd="0" presId="urn:microsoft.com/office/officeart/2018/2/layout/IconVerticalSolidList"/>
    <dgm:cxn modelId="{20923298-FD2D-4C50-946B-A4E728A1303B}" type="presParOf" srcId="{63119A02-BA7D-4E9D-BF73-B4C945F9C924}" destId="{24277B46-015C-441B-9245-9AF3CFE09E87}" srcOrd="0" destOrd="0" presId="urn:microsoft.com/office/officeart/2018/2/layout/IconVerticalSolidList"/>
    <dgm:cxn modelId="{9EFA4A8C-624B-4E7D-83B5-1AA65005FBD8}" type="presParOf" srcId="{63119A02-BA7D-4E9D-BF73-B4C945F9C924}" destId="{5CD29580-1028-4594-B540-B8869BCF2550}" srcOrd="1" destOrd="0" presId="urn:microsoft.com/office/officeart/2018/2/layout/IconVerticalSolidList"/>
    <dgm:cxn modelId="{03AD1E35-1DB4-4476-A54A-08D8D216B7AE}" type="presParOf" srcId="{63119A02-BA7D-4E9D-BF73-B4C945F9C924}" destId="{E0E5757C-2A1A-4885-B585-4E54F2053A57}" srcOrd="2" destOrd="0" presId="urn:microsoft.com/office/officeart/2018/2/layout/IconVerticalSolidList"/>
    <dgm:cxn modelId="{E07383CF-1138-4140-ADD4-1B9E9FD6BE9A}" type="presParOf" srcId="{63119A02-BA7D-4E9D-BF73-B4C945F9C924}" destId="{6BEBA928-AF4D-4008-A187-5306C32AB85F}" srcOrd="3" destOrd="0" presId="urn:microsoft.com/office/officeart/2018/2/layout/IconVerticalSolidList"/>
    <dgm:cxn modelId="{7BFF9A02-85AC-4296-915A-A35BF3A22B29}" type="presParOf" srcId="{5FFBFD6B-3712-4EA3-AC25-AAC1E72D572B}" destId="{B80D22AE-3870-4BCF-8F1F-0646EF79A869}" srcOrd="1" destOrd="0" presId="urn:microsoft.com/office/officeart/2018/2/layout/IconVerticalSolidList"/>
    <dgm:cxn modelId="{3BAA4829-98EE-4FAE-8690-39B1E15B00C8}" type="presParOf" srcId="{5FFBFD6B-3712-4EA3-AC25-AAC1E72D572B}" destId="{32416705-3AF3-4788-9F07-A031DF1DC1EE}" srcOrd="2" destOrd="0" presId="urn:microsoft.com/office/officeart/2018/2/layout/IconVerticalSolidList"/>
    <dgm:cxn modelId="{91BE7132-1448-44DA-90FA-845D3A5977F0}" type="presParOf" srcId="{32416705-3AF3-4788-9F07-A031DF1DC1EE}" destId="{F1481A58-DCAD-42EB-9E9C-C174971EC7CD}" srcOrd="0" destOrd="0" presId="urn:microsoft.com/office/officeart/2018/2/layout/IconVerticalSolidList"/>
    <dgm:cxn modelId="{3B17CBEB-D17B-4BDA-A64F-14EAE7052D50}" type="presParOf" srcId="{32416705-3AF3-4788-9F07-A031DF1DC1EE}" destId="{F0437A70-2BDF-412A-A3D2-DE7CFA84C32E}" srcOrd="1" destOrd="0" presId="urn:microsoft.com/office/officeart/2018/2/layout/IconVerticalSolidList"/>
    <dgm:cxn modelId="{85949ACF-57C1-4165-8E7D-3CEFD88D703D}" type="presParOf" srcId="{32416705-3AF3-4788-9F07-A031DF1DC1EE}" destId="{BEDB2295-DC7C-45DA-BE44-C72C80640440}" srcOrd="2" destOrd="0" presId="urn:microsoft.com/office/officeart/2018/2/layout/IconVerticalSolidList"/>
    <dgm:cxn modelId="{466159F1-EC16-4B36-8673-EB28DDE0079C}" type="presParOf" srcId="{32416705-3AF3-4788-9F07-A031DF1DC1EE}" destId="{055254B2-E8F8-478A-A156-44F68E58B71E}" srcOrd="3" destOrd="0" presId="urn:microsoft.com/office/officeart/2018/2/layout/IconVerticalSolidList"/>
    <dgm:cxn modelId="{EA3432E1-89C6-4B0F-B36B-2F8F5BADA38E}" type="presParOf" srcId="{5FFBFD6B-3712-4EA3-AC25-AAC1E72D572B}" destId="{E837FE15-B1C8-48B5-9F24-8BAA6279010D}" srcOrd="3" destOrd="0" presId="urn:microsoft.com/office/officeart/2018/2/layout/IconVerticalSolidList"/>
    <dgm:cxn modelId="{B5F55EEC-1F63-4E1D-AC75-50A9C9A213A3}" type="presParOf" srcId="{5FFBFD6B-3712-4EA3-AC25-AAC1E72D572B}" destId="{4822CF3E-97B1-4B06-BF6C-B69D752F08FD}" srcOrd="4" destOrd="0" presId="urn:microsoft.com/office/officeart/2018/2/layout/IconVerticalSolidList"/>
    <dgm:cxn modelId="{F98ADC4B-B49B-46CE-BC43-5FA05B6EC086}" type="presParOf" srcId="{4822CF3E-97B1-4B06-BF6C-B69D752F08FD}" destId="{A3E22D90-F019-407D-BAD0-02C1207AC315}" srcOrd="0" destOrd="0" presId="urn:microsoft.com/office/officeart/2018/2/layout/IconVerticalSolidList"/>
    <dgm:cxn modelId="{8F1B57C2-56A2-4725-9021-7596353FE52F}" type="presParOf" srcId="{4822CF3E-97B1-4B06-BF6C-B69D752F08FD}" destId="{04236ACC-0746-4934-9EE7-5317EB1B2C1D}" srcOrd="1" destOrd="0" presId="urn:microsoft.com/office/officeart/2018/2/layout/IconVerticalSolidList"/>
    <dgm:cxn modelId="{C54E8A28-8C0D-4481-B223-91337DF6ACB4}" type="presParOf" srcId="{4822CF3E-97B1-4B06-BF6C-B69D752F08FD}" destId="{7EDBA1D3-7441-4923-8E56-476EA672B722}" srcOrd="2" destOrd="0" presId="urn:microsoft.com/office/officeart/2018/2/layout/IconVerticalSolidList"/>
    <dgm:cxn modelId="{FBA125B8-25E8-4D54-BE8F-9BC0CDFF7340}" type="presParOf" srcId="{4822CF3E-97B1-4B06-BF6C-B69D752F08FD}" destId="{8F7B3463-FCBA-4122-A233-ACFC38A0CAFB}" srcOrd="3" destOrd="0" presId="urn:microsoft.com/office/officeart/2018/2/layout/IconVerticalSolidList"/>
    <dgm:cxn modelId="{D64ED85C-EECB-4C5D-B014-B79EE2CC088F}" type="presParOf" srcId="{5FFBFD6B-3712-4EA3-AC25-AAC1E72D572B}" destId="{1D8DC81F-A66B-4374-9C8E-87DE4C2FC321}" srcOrd="5" destOrd="0" presId="urn:microsoft.com/office/officeart/2018/2/layout/IconVerticalSolidList"/>
    <dgm:cxn modelId="{BACD2E31-2564-4DAB-892E-4097E98D8DEF}" type="presParOf" srcId="{5FFBFD6B-3712-4EA3-AC25-AAC1E72D572B}" destId="{CA4281BC-2D47-4B64-89E0-8B448A77BBD1}" srcOrd="6" destOrd="0" presId="urn:microsoft.com/office/officeart/2018/2/layout/IconVerticalSolidList"/>
    <dgm:cxn modelId="{7D5EB942-2172-47BE-8B54-235266B5FAFA}" type="presParOf" srcId="{CA4281BC-2D47-4B64-89E0-8B448A77BBD1}" destId="{DD88F179-EA89-41D8-B8FC-77EA32CEC29E}" srcOrd="0" destOrd="0" presId="urn:microsoft.com/office/officeart/2018/2/layout/IconVerticalSolidList"/>
    <dgm:cxn modelId="{D0B8D265-7688-4333-8F5F-EECED438CDEE}" type="presParOf" srcId="{CA4281BC-2D47-4B64-89E0-8B448A77BBD1}" destId="{FA10DB0D-B5AB-4C40-AF82-0DF676040C41}" srcOrd="1" destOrd="0" presId="urn:microsoft.com/office/officeart/2018/2/layout/IconVerticalSolidList"/>
    <dgm:cxn modelId="{92B5B1F6-96BE-4039-86C9-F47382E8E105}" type="presParOf" srcId="{CA4281BC-2D47-4B64-89E0-8B448A77BBD1}" destId="{BD80A9D2-1505-45E6-84B4-75A240421FFD}" srcOrd="2" destOrd="0" presId="urn:microsoft.com/office/officeart/2018/2/layout/IconVerticalSolidList"/>
    <dgm:cxn modelId="{877CAF66-24AD-40AD-B633-8A55843D991E}" type="presParOf" srcId="{CA4281BC-2D47-4B64-89E0-8B448A77BBD1}" destId="{EF32CDA9-1081-4927-B972-423B9A42AB68}" srcOrd="3" destOrd="0" presId="urn:microsoft.com/office/officeart/2018/2/layout/IconVerticalSolidList"/>
    <dgm:cxn modelId="{9A6C97CB-ED27-4501-BAF5-7382E996E853}" type="presParOf" srcId="{5FFBFD6B-3712-4EA3-AC25-AAC1E72D572B}" destId="{1FABB554-F1FA-4D23-8262-4FA99BFD2F13}" srcOrd="7" destOrd="0" presId="urn:microsoft.com/office/officeart/2018/2/layout/IconVerticalSolidList"/>
    <dgm:cxn modelId="{493D89A5-F566-46A9-9851-1A479F80C2F6}" type="presParOf" srcId="{5FFBFD6B-3712-4EA3-AC25-AAC1E72D572B}" destId="{0EB2223D-02C8-42DA-9862-39A8EE81C699}" srcOrd="8" destOrd="0" presId="urn:microsoft.com/office/officeart/2018/2/layout/IconVerticalSolidList"/>
    <dgm:cxn modelId="{986D2644-6163-4123-86F0-2E841C723E14}" type="presParOf" srcId="{0EB2223D-02C8-42DA-9862-39A8EE81C699}" destId="{F5AC71F2-AA14-47C8-BDF8-240BF93AD546}" srcOrd="0" destOrd="0" presId="urn:microsoft.com/office/officeart/2018/2/layout/IconVerticalSolidList"/>
    <dgm:cxn modelId="{6842E8C4-021C-4E26-8C4F-3934BBBF9307}" type="presParOf" srcId="{0EB2223D-02C8-42DA-9862-39A8EE81C699}" destId="{35E4BDB1-EB58-425E-BBEA-FC5E65A0AE88}" srcOrd="1" destOrd="0" presId="urn:microsoft.com/office/officeart/2018/2/layout/IconVerticalSolidList"/>
    <dgm:cxn modelId="{60840044-C333-41B9-AD3B-440607F521A3}" type="presParOf" srcId="{0EB2223D-02C8-42DA-9862-39A8EE81C699}" destId="{4FB68458-EEF7-4882-B12B-AC6AEB67676E}" srcOrd="2" destOrd="0" presId="urn:microsoft.com/office/officeart/2018/2/layout/IconVerticalSolidList"/>
    <dgm:cxn modelId="{BF01BFE6-BAC1-47BF-9E80-03C4E06C8264}" type="presParOf" srcId="{0EB2223D-02C8-42DA-9862-39A8EE81C699}" destId="{6F7FC777-B9DA-4094-B4EE-BB50DD07569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5B3B02-17CF-428F-845A-1572D5915A61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BB8FBDD-4291-4495-9D46-63F7B8DB93D8}">
      <dgm:prSet/>
      <dgm:spPr/>
      <dgm:t>
        <a:bodyPr/>
        <a:lstStyle/>
        <a:p>
          <a:r>
            <a:rPr lang="en-CA"/>
            <a:t>"text": "Sample",</a:t>
          </a:r>
          <a:endParaRPr lang="en-US"/>
        </a:p>
      </dgm:t>
    </dgm:pt>
    <dgm:pt modelId="{1805420E-1657-4EE5-A00E-D4E8BEA3139B}" type="parTrans" cxnId="{8DF157D2-36A4-4354-8998-4B5D924173B4}">
      <dgm:prSet/>
      <dgm:spPr/>
      <dgm:t>
        <a:bodyPr/>
        <a:lstStyle/>
        <a:p>
          <a:endParaRPr lang="en-US"/>
        </a:p>
      </dgm:t>
    </dgm:pt>
    <dgm:pt modelId="{437A7FA0-963E-4FAA-859F-009DA9893C39}" type="sibTrans" cxnId="{8DF157D2-36A4-4354-8998-4B5D924173B4}">
      <dgm:prSet/>
      <dgm:spPr/>
      <dgm:t>
        <a:bodyPr/>
        <a:lstStyle/>
        <a:p>
          <a:endParaRPr lang="en-US"/>
        </a:p>
      </dgm:t>
    </dgm:pt>
    <dgm:pt modelId="{BF0F55FA-1E85-4484-9F3D-C174280CCC0A}">
      <dgm:prSet/>
      <dgm:spPr/>
      <dgm:t>
        <a:bodyPr/>
        <a:lstStyle/>
        <a:p>
          <a:r>
            <a:rPr lang="en-CA"/>
            <a:t>"source": "review",</a:t>
          </a:r>
          <a:endParaRPr lang="en-US"/>
        </a:p>
      </dgm:t>
    </dgm:pt>
    <dgm:pt modelId="{A23CB350-4534-4636-88BC-67BEA8814096}" type="parTrans" cxnId="{86BB84C1-94C2-45BE-A26E-11EC8C3DB024}">
      <dgm:prSet/>
      <dgm:spPr/>
      <dgm:t>
        <a:bodyPr/>
        <a:lstStyle/>
        <a:p>
          <a:endParaRPr lang="en-US"/>
        </a:p>
      </dgm:t>
    </dgm:pt>
    <dgm:pt modelId="{5F741F4B-85C2-4ECA-BF0F-F214E4EDCC28}" type="sibTrans" cxnId="{86BB84C1-94C2-45BE-A26E-11EC8C3DB024}">
      <dgm:prSet/>
      <dgm:spPr/>
      <dgm:t>
        <a:bodyPr/>
        <a:lstStyle/>
        <a:p>
          <a:endParaRPr lang="en-US"/>
        </a:p>
      </dgm:t>
    </dgm:pt>
    <dgm:pt modelId="{2CADF683-A191-43DF-83A9-87E662C31478}">
      <dgm:prSet/>
      <dgm:spPr/>
      <dgm:t>
        <a:bodyPr/>
        <a:lstStyle/>
        <a:p>
          <a:r>
            <a:rPr lang="en-CA"/>
            <a:t>"userId": "demo-user",</a:t>
          </a:r>
          <a:endParaRPr lang="en-US"/>
        </a:p>
      </dgm:t>
    </dgm:pt>
    <dgm:pt modelId="{BDB55412-ADFB-487D-92A7-E9469A5AE2F3}" type="parTrans" cxnId="{6AB170DE-0318-46DD-9C2B-C723C0A04D41}">
      <dgm:prSet/>
      <dgm:spPr/>
      <dgm:t>
        <a:bodyPr/>
        <a:lstStyle/>
        <a:p>
          <a:endParaRPr lang="en-US"/>
        </a:p>
      </dgm:t>
    </dgm:pt>
    <dgm:pt modelId="{A857362A-257F-4360-AC50-C0B0D4700456}" type="sibTrans" cxnId="{6AB170DE-0318-46DD-9C2B-C723C0A04D41}">
      <dgm:prSet/>
      <dgm:spPr/>
      <dgm:t>
        <a:bodyPr/>
        <a:lstStyle/>
        <a:p>
          <a:endParaRPr lang="en-US"/>
        </a:p>
      </dgm:t>
    </dgm:pt>
    <dgm:pt modelId="{21F66ABD-0310-4C14-BD99-524FC54C0A68}">
      <dgm:prSet/>
      <dgm:spPr/>
      <dgm:t>
        <a:bodyPr/>
        <a:lstStyle/>
        <a:p>
          <a:r>
            <a:rPr lang="en-CA"/>
            <a:t>"language": "en"</a:t>
          </a:r>
          <a:endParaRPr lang="en-US"/>
        </a:p>
      </dgm:t>
    </dgm:pt>
    <dgm:pt modelId="{A4F4ECB9-AE61-4D9A-BA08-A0E1524F0E52}" type="parTrans" cxnId="{BBD4D66F-47BF-4817-B07B-16A7C19AE53B}">
      <dgm:prSet/>
      <dgm:spPr/>
      <dgm:t>
        <a:bodyPr/>
        <a:lstStyle/>
        <a:p>
          <a:endParaRPr lang="en-US"/>
        </a:p>
      </dgm:t>
    </dgm:pt>
    <dgm:pt modelId="{A3EC626C-FBD7-412C-B128-2E20D98C2535}" type="sibTrans" cxnId="{BBD4D66F-47BF-4817-B07B-16A7C19AE53B}">
      <dgm:prSet/>
      <dgm:spPr/>
      <dgm:t>
        <a:bodyPr/>
        <a:lstStyle/>
        <a:p>
          <a:endParaRPr lang="en-US"/>
        </a:p>
      </dgm:t>
    </dgm:pt>
    <dgm:pt modelId="{3D65A97F-1379-4C44-B071-603582613B8D}" type="pres">
      <dgm:prSet presAssocID="{225B3B02-17CF-428F-845A-1572D5915A61}" presName="linear" presStyleCnt="0">
        <dgm:presLayoutVars>
          <dgm:animLvl val="lvl"/>
          <dgm:resizeHandles val="exact"/>
        </dgm:presLayoutVars>
      </dgm:prSet>
      <dgm:spPr/>
    </dgm:pt>
    <dgm:pt modelId="{DE8C66A7-52FE-498E-956B-34B0722E8257}" type="pres">
      <dgm:prSet presAssocID="{5BB8FBDD-4291-4495-9D46-63F7B8DB93D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1F778F6-4B2D-4B99-ABBC-935697A4517C}" type="pres">
      <dgm:prSet presAssocID="{437A7FA0-963E-4FAA-859F-009DA9893C39}" presName="spacer" presStyleCnt="0"/>
      <dgm:spPr/>
    </dgm:pt>
    <dgm:pt modelId="{51D76674-F43A-4D8A-823A-B59FF864AFA0}" type="pres">
      <dgm:prSet presAssocID="{BF0F55FA-1E85-4484-9F3D-C174280CCC0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BE19477-30F5-4FA6-8E24-8B744E9D099D}" type="pres">
      <dgm:prSet presAssocID="{5F741F4B-85C2-4ECA-BF0F-F214E4EDCC28}" presName="spacer" presStyleCnt="0"/>
      <dgm:spPr/>
    </dgm:pt>
    <dgm:pt modelId="{6E7105F0-9EAB-466B-BEEE-9743C70CCDDB}" type="pres">
      <dgm:prSet presAssocID="{2CADF683-A191-43DF-83A9-87E662C3147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909873D-6EDF-4D8B-B2E8-2DBB74A35327}" type="pres">
      <dgm:prSet presAssocID="{A857362A-257F-4360-AC50-C0B0D4700456}" presName="spacer" presStyleCnt="0"/>
      <dgm:spPr/>
    </dgm:pt>
    <dgm:pt modelId="{ED7BE648-2459-4322-BB8A-6ADD438F37AA}" type="pres">
      <dgm:prSet presAssocID="{21F66ABD-0310-4C14-BD99-524FC54C0A6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FB10423-B4DA-4A21-86C1-7F453FC0FE34}" type="presOf" srcId="{5BB8FBDD-4291-4495-9D46-63F7B8DB93D8}" destId="{DE8C66A7-52FE-498E-956B-34B0722E8257}" srcOrd="0" destOrd="0" presId="urn:microsoft.com/office/officeart/2005/8/layout/vList2"/>
    <dgm:cxn modelId="{BBD4D66F-47BF-4817-B07B-16A7C19AE53B}" srcId="{225B3B02-17CF-428F-845A-1572D5915A61}" destId="{21F66ABD-0310-4C14-BD99-524FC54C0A68}" srcOrd="3" destOrd="0" parTransId="{A4F4ECB9-AE61-4D9A-BA08-A0E1524F0E52}" sibTransId="{A3EC626C-FBD7-412C-B128-2E20D98C2535}"/>
    <dgm:cxn modelId="{B0CD7395-C53E-424E-97BE-57C5FF301F47}" type="presOf" srcId="{BF0F55FA-1E85-4484-9F3D-C174280CCC0A}" destId="{51D76674-F43A-4D8A-823A-B59FF864AFA0}" srcOrd="0" destOrd="0" presId="urn:microsoft.com/office/officeart/2005/8/layout/vList2"/>
    <dgm:cxn modelId="{3AA69399-313C-4AAF-894E-6FE607974B5E}" type="presOf" srcId="{225B3B02-17CF-428F-845A-1572D5915A61}" destId="{3D65A97F-1379-4C44-B071-603582613B8D}" srcOrd="0" destOrd="0" presId="urn:microsoft.com/office/officeart/2005/8/layout/vList2"/>
    <dgm:cxn modelId="{E6990CB4-CE85-4DC5-AA13-6325EB6D49DC}" type="presOf" srcId="{21F66ABD-0310-4C14-BD99-524FC54C0A68}" destId="{ED7BE648-2459-4322-BB8A-6ADD438F37AA}" srcOrd="0" destOrd="0" presId="urn:microsoft.com/office/officeart/2005/8/layout/vList2"/>
    <dgm:cxn modelId="{86BB84C1-94C2-45BE-A26E-11EC8C3DB024}" srcId="{225B3B02-17CF-428F-845A-1572D5915A61}" destId="{BF0F55FA-1E85-4484-9F3D-C174280CCC0A}" srcOrd="1" destOrd="0" parTransId="{A23CB350-4534-4636-88BC-67BEA8814096}" sibTransId="{5F741F4B-85C2-4ECA-BF0F-F214E4EDCC28}"/>
    <dgm:cxn modelId="{CEDC5AC6-0BD8-4C58-B427-F80F317B960F}" type="presOf" srcId="{2CADF683-A191-43DF-83A9-87E662C31478}" destId="{6E7105F0-9EAB-466B-BEEE-9743C70CCDDB}" srcOrd="0" destOrd="0" presId="urn:microsoft.com/office/officeart/2005/8/layout/vList2"/>
    <dgm:cxn modelId="{8DF157D2-36A4-4354-8998-4B5D924173B4}" srcId="{225B3B02-17CF-428F-845A-1572D5915A61}" destId="{5BB8FBDD-4291-4495-9D46-63F7B8DB93D8}" srcOrd="0" destOrd="0" parTransId="{1805420E-1657-4EE5-A00E-D4E8BEA3139B}" sibTransId="{437A7FA0-963E-4FAA-859F-009DA9893C39}"/>
    <dgm:cxn modelId="{6AB170DE-0318-46DD-9C2B-C723C0A04D41}" srcId="{225B3B02-17CF-428F-845A-1572D5915A61}" destId="{2CADF683-A191-43DF-83A9-87E662C31478}" srcOrd="2" destOrd="0" parTransId="{BDB55412-ADFB-487D-92A7-E9469A5AE2F3}" sibTransId="{A857362A-257F-4360-AC50-C0B0D4700456}"/>
    <dgm:cxn modelId="{FD687052-9971-48EA-B436-BE9ADDE878C3}" type="presParOf" srcId="{3D65A97F-1379-4C44-B071-603582613B8D}" destId="{DE8C66A7-52FE-498E-956B-34B0722E8257}" srcOrd="0" destOrd="0" presId="urn:microsoft.com/office/officeart/2005/8/layout/vList2"/>
    <dgm:cxn modelId="{F38A8337-E182-4903-8B2C-6EBEFAD25761}" type="presParOf" srcId="{3D65A97F-1379-4C44-B071-603582613B8D}" destId="{51F778F6-4B2D-4B99-ABBC-935697A4517C}" srcOrd="1" destOrd="0" presId="urn:microsoft.com/office/officeart/2005/8/layout/vList2"/>
    <dgm:cxn modelId="{83E325AD-5658-49B2-B7C1-B469BD160410}" type="presParOf" srcId="{3D65A97F-1379-4C44-B071-603582613B8D}" destId="{51D76674-F43A-4D8A-823A-B59FF864AFA0}" srcOrd="2" destOrd="0" presId="urn:microsoft.com/office/officeart/2005/8/layout/vList2"/>
    <dgm:cxn modelId="{A455B691-0FD0-4F7E-A435-0590E64248BC}" type="presParOf" srcId="{3D65A97F-1379-4C44-B071-603582613B8D}" destId="{DBE19477-30F5-4FA6-8E24-8B744E9D099D}" srcOrd="3" destOrd="0" presId="urn:microsoft.com/office/officeart/2005/8/layout/vList2"/>
    <dgm:cxn modelId="{51E8583F-6EF1-4F56-BB1F-B4E1F261B109}" type="presParOf" srcId="{3D65A97F-1379-4C44-B071-603582613B8D}" destId="{6E7105F0-9EAB-466B-BEEE-9743C70CCDDB}" srcOrd="4" destOrd="0" presId="urn:microsoft.com/office/officeart/2005/8/layout/vList2"/>
    <dgm:cxn modelId="{41B824E4-7071-459C-91BF-AB1A5AE4C628}" type="presParOf" srcId="{3D65A97F-1379-4C44-B071-603582613B8D}" destId="{C909873D-6EDF-4D8B-B2E8-2DBB74A35327}" srcOrd="5" destOrd="0" presId="urn:microsoft.com/office/officeart/2005/8/layout/vList2"/>
    <dgm:cxn modelId="{6C765D35-D1B7-4F32-9350-5204AF89CA6E}" type="presParOf" srcId="{3D65A97F-1379-4C44-B071-603582613B8D}" destId="{ED7BE648-2459-4322-BB8A-6ADD438F37A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B8F235-E7E8-4759-A0D8-BCDD56F22D2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1996420-68D9-4F57-BF7E-F7CC573DEAEA}">
      <dgm:prSet/>
      <dgm:spPr/>
      <dgm:t>
        <a:bodyPr/>
        <a:lstStyle/>
        <a:p>
          <a:r>
            <a:rPr lang="en-CA" dirty="0"/>
            <a:t>Monthly Submissions : 1000</a:t>
          </a:r>
          <a:endParaRPr lang="en-US" dirty="0"/>
        </a:p>
      </dgm:t>
    </dgm:pt>
    <dgm:pt modelId="{94FA7109-3D70-4B34-9197-118204F2B93B}" type="parTrans" cxnId="{68A6DBF3-6EEE-4005-9BEF-978DCA77E8BA}">
      <dgm:prSet/>
      <dgm:spPr/>
      <dgm:t>
        <a:bodyPr/>
        <a:lstStyle/>
        <a:p>
          <a:endParaRPr lang="en-US"/>
        </a:p>
      </dgm:t>
    </dgm:pt>
    <dgm:pt modelId="{A59B8EBA-89C6-43F8-8768-2C3728ACADAC}" type="sibTrans" cxnId="{68A6DBF3-6EEE-4005-9BEF-978DCA77E8BA}">
      <dgm:prSet/>
      <dgm:spPr/>
      <dgm:t>
        <a:bodyPr/>
        <a:lstStyle/>
        <a:p>
          <a:endParaRPr lang="en-US"/>
        </a:p>
      </dgm:t>
    </dgm:pt>
    <dgm:pt modelId="{47C8FE14-C8C2-4BF6-8D2A-919EF61E352B}">
      <dgm:prSet/>
      <dgm:spPr/>
      <dgm:t>
        <a:bodyPr/>
        <a:lstStyle/>
        <a:p>
          <a:r>
            <a:rPr lang="en-CA" dirty="0"/>
            <a:t>Language Service: $2</a:t>
          </a:r>
          <a:endParaRPr lang="en-US" dirty="0"/>
        </a:p>
      </dgm:t>
    </dgm:pt>
    <dgm:pt modelId="{6967207E-C6B7-452F-A732-32C9142ABC4B}" type="parTrans" cxnId="{A0891D27-2BE3-417A-ACD1-780AD96E4219}">
      <dgm:prSet/>
      <dgm:spPr/>
      <dgm:t>
        <a:bodyPr/>
        <a:lstStyle/>
        <a:p>
          <a:endParaRPr lang="en-US"/>
        </a:p>
      </dgm:t>
    </dgm:pt>
    <dgm:pt modelId="{F9BEEDA2-65EC-4D4F-9ABE-E89F2B96939A}" type="sibTrans" cxnId="{A0891D27-2BE3-417A-ACD1-780AD96E4219}">
      <dgm:prSet/>
      <dgm:spPr/>
      <dgm:t>
        <a:bodyPr/>
        <a:lstStyle/>
        <a:p>
          <a:endParaRPr lang="en-US"/>
        </a:p>
      </dgm:t>
    </dgm:pt>
    <dgm:pt modelId="{3C6C97ED-5320-4161-8894-6DBAB331C41F}">
      <dgm:prSet/>
      <dgm:spPr/>
      <dgm:t>
        <a:bodyPr/>
        <a:lstStyle/>
        <a:p>
          <a:r>
            <a:rPr lang="en-CA" dirty="0"/>
            <a:t>Logic App: $0.38</a:t>
          </a:r>
          <a:endParaRPr lang="en-US" dirty="0"/>
        </a:p>
      </dgm:t>
    </dgm:pt>
    <dgm:pt modelId="{4118392E-B889-4027-A92C-EBE959FD0C0E}" type="parTrans" cxnId="{37E121F7-B695-49F0-9455-E83AC5DA49D7}">
      <dgm:prSet/>
      <dgm:spPr/>
      <dgm:t>
        <a:bodyPr/>
        <a:lstStyle/>
        <a:p>
          <a:endParaRPr lang="en-US"/>
        </a:p>
      </dgm:t>
    </dgm:pt>
    <dgm:pt modelId="{D29CEDE8-3F72-4039-BF01-656402256995}" type="sibTrans" cxnId="{37E121F7-B695-49F0-9455-E83AC5DA49D7}">
      <dgm:prSet/>
      <dgm:spPr/>
      <dgm:t>
        <a:bodyPr/>
        <a:lstStyle/>
        <a:p>
          <a:endParaRPr lang="en-US"/>
        </a:p>
      </dgm:t>
    </dgm:pt>
    <dgm:pt modelId="{E398BA1C-E91A-4D60-BA10-EB5057F5E0CC}">
      <dgm:prSet/>
      <dgm:spPr/>
      <dgm:t>
        <a:bodyPr/>
        <a:lstStyle/>
        <a:p>
          <a:r>
            <a:rPr lang="en-CA" dirty="0"/>
            <a:t>Cosmos DB: $23.36</a:t>
          </a:r>
          <a:endParaRPr lang="en-US" dirty="0"/>
        </a:p>
      </dgm:t>
    </dgm:pt>
    <dgm:pt modelId="{C2BD3482-DB9F-40F7-BC47-00D111087A27}" type="parTrans" cxnId="{9E1A5E40-36F1-457C-9205-9FE873BC2396}">
      <dgm:prSet/>
      <dgm:spPr/>
      <dgm:t>
        <a:bodyPr/>
        <a:lstStyle/>
        <a:p>
          <a:endParaRPr lang="en-US"/>
        </a:p>
      </dgm:t>
    </dgm:pt>
    <dgm:pt modelId="{A0471DC1-9563-47A6-A9F4-ED9A5A28E4E9}" type="sibTrans" cxnId="{9E1A5E40-36F1-457C-9205-9FE873BC2396}">
      <dgm:prSet/>
      <dgm:spPr/>
      <dgm:t>
        <a:bodyPr/>
        <a:lstStyle/>
        <a:p>
          <a:endParaRPr lang="en-US"/>
        </a:p>
      </dgm:t>
    </dgm:pt>
    <dgm:pt modelId="{38D3E12B-AFAC-4BB7-B486-01350142CD18}">
      <dgm:prSet/>
      <dgm:spPr/>
      <dgm:t>
        <a:bodyPr/>
        <a:lstStyle/>
        <a:p>
          <a:r>
            <a:rPr lang="en-CA" dirty="0"/>
            <a:t>Total: $25.74 (Estimated)</a:t>
          </a:r>
          <a:endParaRPr lang="en-US" dirty="0"/>
        </a:p>
      </dgm:t>
    </dgm:pt>
    <dgm:pt modelId="{3F8395DD-D233-4E5E-889F-FDE75A096ADE}" type="parTrans" cxnId="{236C7F1B-093E-4455-AA6A-A2F9A29173E2}">
      <dgm:prSet/>
      <dgm:spPr/>
      <dgm:t>
        <a:bodyPr/>
        <a:lstStyle/>
        <a:p>
          <a:endParaRPr lang="en-US"/>
        </a:p>
      </dgm:t>
    </dgm:pt>
    <dgm:pt modelId="{776322FC-2A51-4182-9364-A3EA9E29F8D2}" type="sibTrans" cxnId="{236C7F1B-093E-4455-AA6A-A2F9A29173E2}">
      <dgm:prSet/>
      <dgm:spPr/>
      <dgm:t>
        <a:bodyPr/>
        <a:lstStyle/>
        <a:p>
          <a:endParaRPr lang="en-US"/>
        </a:p>
      </dgm:t>
    </dgm:pt>
    <dgm:pt modelId="{9FC44069-2A49-4A70-B455-9A45331FC031}">
      <dgm:prSet/>
      <dgm:spPr/>
      <dgm:t>
        <a:bodyPr/>
        <a:lstStyle/>
        <a:p>
          <a:r>
            <a:rPr lang="en-CA"/>
            <a:t>Total with POWER BI license 40.74$ (Estimated)</a:t>
          </a:r>
          <a:endParaRPr lang="en-US"/>
        </a:p>
      </dgm:t>
    </dgm:pt>
    <dgm:pt modelId="{81FEE93B-D809-4B66-885E-DEBD540E656C}" type="parTrans" cxnId="{43642DEA-0DAC-49B4-B638-354212D7E596}">
      <dgm:prSet/>
      <dgm:spPr/>
      <dgm:t>
        <a:bodyPr/>
        <a:lstStyle/>
        <a:p>
          <a:endParaRPr lang="en-US"/>
        </a:p>
      </dgm:t>
    </dgm:pt>
    <dgm:pt modelId="{5FCFFF1A-CC77-42DA-B264-53939E64C301}" type="sibTrans" cxnId="{43642DEA-0DAC-49B4-B638-354212D7E596}">
      <dgm:prSet/>
      <dgm:spPr/>
      <dgm:t>
        <a:bodyPr/>
        <a:lstStyle/>
        <a:p>
          <a:endParaRPr lang="en-US"/>
        </a:p>
      </dgm:t>
    </dgm:pt>
    <dgm:pt modelId="{AE7FBF6A-8E42-4CB9-BE6F-2BC0025C0442}" type="pres">
      <dgm:prSet presAssocID="{06B8F235-E7E8-4759-A0D8-BCDD56F22D2B}" presName="root" presStyleCnt="0">
        <dgm:presLayoutVars>
          <dgm:dir/>
          <dgm:resizeHandles val="exact"/>
        </dgm:presLayoutVars>
      </dgm:prSet>
      <dgm:spPr/>
    </dgm:pt>
    <dgm:pt modelId="{716251A3-E5B9-4B45-965E-34B31E395BEE}" type="pres">
      <dgm:prSet presAssocID="{01996420-68D9-4F57-BF7E-F7CC573DEAEA}" presName="compNode" presStyleCnt="0"/>
      <dgm:spPr/>
    </dgm:pt>
    <dgm:pt modelId="{D065C715-50AD-4E53-8DC9-E17EEFD7D30B}" type="pres">
      <dgm:prSet presAssocID="{01996420-68D9-4F57-BF7E-F7CC573DEAEA}" presName="bgRect" presStyleLbl="bgShp" presStyleIdx="0" presStyleCnt="6"/>
      <dgm:spPr/>
    </dgm:pt>
    <dgm:pt modelId="{4F589EE3-0B3E-49AB-91CC-B34312A6F478}" type="pres">
      <dgm:prSet presAssocID="{01996420-68D9-4F57-BF7E-F7CC573DEAE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FD6EAE02-3CDB-4120-94FD-311CB139881D}" type="pres">
      <dgm:prSet presAssocID="{01996420-68D9-4F57-BF7E-F7CC573DEAEA}" presName="spaceRect" presStyleCnt="0"/>
      <dgm:spPr/>
    </dgm:pt>
    <dgm:pt modelId="{A3F80EBF-7672-42A0-B54F-1F9914A00AF4}" type="pres">
      <dgm:prSet presAssocID="{01996420-68D9-4F57-BF7E-F7CC573DEAEA}" presName="parTx" presStyleLbl="revTx" presStyleIdx="0" presStyleCnt="6">
        <dgm:presLayoutVars>
          <dgm:chMax val="0"/>
          <dgm:chPref val="0"/>
        </dgm:presLayoutVars>
      </dgm:prSet>
      <dgm:spPr/>
    </dgm:pt>
    <dgm:pt modelId="{C0E8ACBC-E910-4D74-8E6D-C44F02A09960}" type="pres">
      <dgm:prSet presAssocID="{A59B8EBA-89C6-43F8-8768-2C3728ACADAC}" presName="sibTrans" presStyleCnt="0"/>
      <dgm:spPr/>
    </dgm:pt>
    <dgm:pt modelId="{D7280E24-BAC2-4B85-A3D9-B4616D1A029D}" type="pres">
      <dgm:prSet presAssocID="{47C8FE14-C8C2-4BF6-8D2A-919EF61E352B}" presName="compNode" presStyleCnt="0"/>
      <dgm:spPr/>
    </dgm:pt>
    <dgm:pt modelId="{ADE77A47-BCD4-409E-9B3B-D151450D7DB4}" type="pres">
      <dgm:prSet presAssocID="{47C8FE14-C8C2-4BF6-8D2A-919EF61E352B}" presName="bgRect" presStyleLbl="bgShp" presStyleIdx="1" presStyleCnt="6"/>
      <dgm:spPr/>
    </dgm:pt>
    <dgm:pt modelId="{6B43E71F-EF85-4A7E-B025-6F2E21C26E73}" type="pres">
      <dgm:prSet presAssocID="{47C8FE14-C8C2-4BF6-8D2A-919EF61E352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91A0CEE4-36E3-44D8-92FA-A944D2B83BFE}" type="pres">
      <dgm:prSet presAssocID="{47C8FE14-C8C2-4BF6-8D2A-919EF61E352B}" presName="spaceRect" presStyleCnt="0"/>
      <dgm:spPr/>
    </dgm:pt>
    <dgm:pt modelId="{E47AEB02-6DFA-4C12-80CF-D6BDEF4915CC}" type="pres">
      <dgm:prSet presAssocID="{47C8FE14-C8C2-4BF6-8D2A-919EF61E352B}" presName="parTx" presStyleLbl="revTx" presStyleIdx="1" presStyleCnt="6">
        <dgm:presLayoutVars>
          <dgm:chMax val="0"/>
          <dgm:chPref val="0"/>
        </dgm:presLayoutVars>
      </dgm:prSet>
      <dgm:spPr/>
    </dgm:pt>
    <dgm:pt modelId="{14D479D2-7302-4618-8582-59F9C58CE638}" type="pres">
      <dgm:prSet presAssocID="{F9BEEDA2-65EC-4D4F-9ABE-E89F2B96939A}" presName="sibTrans" presStyleCnt="0"/>
      <dgm:spPr/>
    </dgm:pt>
    <dgm:pt modelId="{6DCB1318-E56F-4C24-A2FD-F2BA17A8CCB4}" type="pres">
      <dgm:prSet presAssocID="{3C6C97ED-5320-4161-8894-6DBAB331C41F}" presName="compNode" presStyleCnt="0"/>
      <dgm:spPr/>
    </dgm:pt>
    <dgm:pt modelId="{04BF6CB8-1092-4B3F-B513-95211E1A229D}" type="pres">
      <dgm:prSet presAssocID="{3C6C97ED-5320-4161-8894-6DBAB331C41F}" presName="bgRect" presStyleLbl="bgShp" presStyleIdx="2" presStyleCnt="6"/>
      <dgm:spPr/>
    </dgm:pt>
    <dgm:pt modelId="{23B8EF6C-A1FE-4B07-B690-CA4653C6D3ED}" type="pres">
      <dgm:prSet presAssocID="{3C6C97ED-5320-4161-8894-6DBAB331C41F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74ACF49-D545-46ED-BCF4-C21E373D55B7}" type="pres">
      <dgm:prSet presAssocID="{3C6C97ED-5320-4161-8894-6DBAB331C41F}" presName="spaceRect" presStyleCnt="0"/>
      <dgm:spPr/>
    </dgm:pt>
    <dgm:pt modelId="{569EB886-F41F-45BD-81FB-E2EB4F5DF39B}" type="pres">
      <dgm:prSet presAssocID="{3C6C97ED-5320-4161-8894-6DBAB331C41F}" presName="parTx" presStyleLbl="revTx" presStyleIdx="2" presStyleCnt="6">
        <dgm:presLayoutVars>
          <dgm:chMax val="0"/>
          <dgm:chPref val="0"/>
        </dgm:presLayoutVars>
      </dgm:prSet>
      <dgm:spPr/>
    </dgm:pt>
    <dgm:pt modelId="{A4012F9A-0F24-495B-8614-2ECECFF98820}" type="pres">
      <dgm:prSet presAssocID="{D29CEDE8-3F72-4039-BF01-656402256995}" presName="sibTrans" presStyleCnt="0"/>
      <dgm:spPr/>
    </dgm:pt>
    <dgm:pt modelId="{CD724BAD-F1CF-4F07-B850-7B272298A8F5}" type="pres">
      <dgm:prSet presAssocID="{E398BA1C-E91A-4D60-BA10-EB5057F5E0CC}" presName="compNode" presStyleCnt="0"/>
      <dgm:spPr/>
    </dgm:pt>
    <dgm:pt modelId="{7678C4F1-A484-4426-82F7-7F79A5F4144C}" type="pres">
      <dgm:prSet presAssocID="{E398BA1C-E91A-4D60-BA10-EB5057F5E0CC}" presName="bgRect" presStyleLbl="bgShp" presStyleIdx="3" presStyleCnt="6"/>
      <dgm:spPr/>
    </dgm:pt>
    <dgm:pt modelId="{0662EA85-1BFD-4EBF-9FBC-89198F151124}" type="pres">
      <dgm:prSet presAssocID="{E398BA1C-E91A-4D60-BA10-EB5057F5E0C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0D91246-38BE-4EF8-8A80-AA9B58FD5FFA}" type="pres">
      <dgm:prSet presAssocID="{E398BA1C-E91A-4D60-BA10-EB5057F5E0CC}" presName="spaceRect" presStyleCnt="0"/>
      <dgm:spPr/>
    </dgm:pt>
    <dgm:pt modelId="{D6132357-062F-4D96-88B3-7212B15A1B76}" type="pres">
      <dgm:prSet presAssocID="{E398BA1C-E91A-4D60-BA10-EB5057F5E0CC}" presName="parTx" presStyleLbl="revTx" presStyleIdx="3" presStyleCnt="6">
        <dgm:presLayoutVars>
          <dgm:chMax val="0"/>
          <dgm:chPref val="0"/>
        </dgm:presLayoutVars>
      </dgm:prSet>
      <dgm:spPr/>
    </dgm:pt>
    <dgm:pt modelId="{2E3A6D84-713D-4A77-A879-C6699BE81FF9}" type="pres">
      <dgm:prSet presAssocID="{A0471DC1-9563-47A6-A9F4-ED9A5A28E4E9}" presName="sibTrans" presStyleCnt="0"/>
      <dgm:spPr/>
    </dgm:pt>
    <dgm:pt modelId="{419428ED-72DD-47FB-B6A3-CEA95D790876}" type="pres">
      <dgm:prSet presAssocID="{38D3E12B-AFAC-4BB7-B486-01350142CD18}" presName="compNode" presStyleCnt="0"/>
      <dgm:spPr/>
    </dgm:pt>
    <dgm:pt modelId="{6C0339E0-7F74-423D-B3D8-3FEEE26A98E3}" type="pres">
      <dgm:prSet presAssocID="{38D3E12B-AFAC-4BB7-B486-01350142CD18}" presName="bgRect" presStyleLbl="bgShp" presStyleIdx="4" presStyleCnt="6"/>
      <dgm:spPr/>
    </dgm:pt>
    <dgm:pt modelId="{EFC98FA8-449A-4CEA-89A9-118EB80C9009}" type="pres">
      <dgm:prSet presAssocID="{38D3E12B-AFAC-4BB7-B486-01350142CD18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FD163D67-745C-4A82-9C52-84FD1471BA31}" type="pres">
      <dgm:prSet presAssocID="{38D3E12B-AFAC-4BB7-B486-01350142CD18}" presName="spaceRect" presStyleCnt="0"/>
      <dgm:spPr/>
    </dgm:pt>
    <dgm:pt modelId="{B245A095-91C4-4BE8-A1FB-22180A674A21}" type="pres">
      <dgm:prSet presAssocID="{38D3E12B-AFAC-4BB7-B486-01350142CD18}" presName="parTx" presStyleLbl="revTx" presStyleIdx="4" presStyleCnt="6">
        <dgm:presLayoutVars>
          <dgm:chMax val="0"/>
          <dgm:chPref val="0"/>
        </dgm:presLayoutVars>
      </dgm:prSet>
      <dgm:spPr/>
    </dgm:pt>
    <dgm:pt modelId="{6BFC7819-582F-403D-B412-4F33DF8B2CE8}" type="pres">
      <dgm:prSet presAssocID="{776322FC-2A51-4182-9364-A3EA9E29F8D2}" presName="sibTrans" presStyleCnt="0"/>
      <dgm:spPr/>
    </dgm:pt>
    <dgm:pt modelId="{8C6F14BF-AA94-4670-9753-93CB2B3E57A9}" type="pres">
      <dgm:prSet presAssocID="{9FC44069-2A49-4A70-B455-9A45331FC031}" presName="compNode" presStyleCnt="0"/>
      <dgm:spPr/>
    </dgm:pt>
    <dgm:pt modelId="{8C3B2CA3-71FA-4460-AAC7-C6C4F06EA48E}" type="pres">
      <dgm:prSet presAssocID="{9FC44069-2A49-4A70-B455-9A45331FC031}" presName="bgRect" presStyleLbl="bgShp" presStyleIdx="5" presStyleCnt="6"/>
      <dgm:spPr/>
    </dgm:pt>
    <dgm:pt modelId="{DBFD2343-0766-4625-9FC1-E02AFBA07511}" type="pres">
      <dgm:prSet presAssocID="{9FC44069-2A49-4A70-B455-9A45331FC031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FD66E2DB-3686-47C5-B7BC-76F3FCE93042}" type="pres">
      <dgm:prSet presAssocID="{9FC44069-2A49-4A70-B455-9A45331FC031}" presName="spaceRect" presStyleCnt="0"/>
      <dgm:spPr/>
    </dgm:pt>
    <dgm:pt modelId="{A4D1EC2D-8E09-4C39-8490-2DC7B7ABF7DC}" type="pres">
      <dgm:prSet presAssocID="{9FC44069-2A49-4A70-B455-9A45331FC031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C3990213-F005-410A-B75C-A126EB393BE4}" type="presOf" srcId="{3C6C97ED-5320-4161-8894-6DBAB331C41F}" destId="{569EB886-F41F-45BD-81FB-E2EB4F5DF39B}" srcOrd="0" destOrd="0" presId="urn:microsoft.com/office/officeart/2018/2/layout/IconVerticalSolidList"/>
    <dgm:cxn modelId="{8F1A8219-56DB-4B40-A8AE-8254DDECFB86}" type="presOf" srcId="{E398BA1C-E91A-4D60-BA10-EB5057F5E0CC}" destId="{D6132357-062F-4D96-88B3-7212B15A1B76}" srcOrd="0" destOrd="0" presId="urn:microsoft.com/office/officeart/2018/2/layout/IconVerticalSolidList"/>
    <dgm:cxn modelId="{9E9D821A-E404-4869-9F23-C8B0C8A9D25E}" type="presOf" srcId="{9FC44069-2A49-4A70-B455-9A45331FC031}" destId="{A4D1EC2D-8E09-4C39-8490-2DC7B7ABF7DC}" srcOrd="0" destOrd="0" presId="urn:microsoft.com/office/officeart/2018/2/layout/IconVerticalSolidList"/>
    <dgm:cxn modelId="{236C7F1B-093E-4455-AA6A-A2F9A29173E2}" srcId="{06B8F235-E7E8-4759-A0D8-BCDD56F22D2B}" destId="{38D3E12B-AFAC-4BB7-B486-01350142CD18}" srcOrd="4" destOrd="0" parTransId="{3F8395DD-D233-4E5E-889F-FDE75A096ADE}" sibTransId="{776322FC-2A51-4182-9364-A3EA9E29F8D2}"/>
    <dgm:cxn modelId="{A0891D27-2BE3-417A-ACD1-780AD96E4219}" srcId="{06B8F235-E7E8-4759-A0D8-BCDD56F22D2B}" destId="{47C8FE14-C8C2-4BF6-8D2A-919EF61E352B}" srcOrd="1" destOrd="0" parTransId="{6967207E-C6B7-452F-A732-32C9142ABC4B}" sibTransId="{F9BEEDA2-65EC-4D4F-9ABE-E89F2B96939A}"/>
    <dgm:cxn modelId="{51FD1E31-C593-48A2-AECD-30E9498C4C94}" type="presOf" srcId="{01996420-68D9-4F57-BF7E-F7CC573DEAEA}" destId="{A3F80EBF-7672-42A0-B54F-1F9914A00AF4}" srcOrd="0" destOrd="0" presId="urn:microsoft.com/office/officeart/2018/2/layout/IconVerticalSolidList"/>
    <dgm:cxn modelId="{9E1A5E40-36F1-457C-9205-9FE873BC2396}" srcId="{06B8F235-E7E8-4759-A0D8-BCDD56F22D2B}" destId="{E398BA1C-E91A-4D60-BA10-EB5057F5E0CC}" srcOrd="3" destOrd="0" parTransId="{C2BD3482-DB9F-40F7-BC47-00D111087A27}" sibTransId="{A0471DC1-9563-47A6-A9F4-ED9A5A28E4E9}"/>
    <dgm:cxn modelId="{B6891642-D208-4E5E-BDB5-D78ED8DDDC9B}" type="presOf" srcId="{47C8FE14-C8C2-4BF6-8D2A-919EF61E352B}" destId="{E47AEB02-6DFA-4C12-80CF-D6BDEF4915CC}" srcOrd="0" destOrd="0" presId="urn:microsoft.com/office/officeart/2018/2/layout/IconVerticalSolidList"/>
    <dgm:cxn modelId="{832E8B68-97C1-409F-9F88-C6DEE3D06E8E}" type="presOf" srcId="{06B8F235-E7E8-4759-A0D8-BCDD56F22D2B}" destId="{AE7FBF6A-8E42-4CB9-BE6F-2BC0025C0442}" srcOrd="0" destOrd="0" presId="urn:microsoft.com/office/officeart/2018/2/layout/IconVerticalSolidList"/>
    <dgm:cxn modelId="{C64399C6-25AB-49D0-B23E-B9F6534FC980}" type="presOf" srcId="{38D3E12B-AFAC-4BB7-B486-01350142CD18}" destId="{B245A095-91C4-4BE8-A1FB-22180A674A21}" srcOrd="0" destOrd="0" presId="urn:microsoft.com/office/officeart/2018/2/layout/IconVerticalSolidList"/>
    <dgm:cxn modelId="{43642DEA-0DAC-49B4-B638-354212D7E596}" srcId="{06B8F235-E7E8-4759-A0D8-BCDD56F22D2B}" destId="{9FC44069-2A49-4A70-B455-9A45331FC031}" srcOrd="5" destOrd="0" parTransId="{81FEE93B-D809-4B66-885E-DEBD540E656C}" sibTransId="{5FCFFF1A-CC77-42DA-B264-53939E64C301}"/>
    <dgm:cxn modelId="{68A6DBF3-6EEE-4005-9BEF-978DCA77E8BA}" srcId="{06B8F235-E7E8-4759-A0D8-BCDD56F22D2B}" destId="{01996420-68D9-4F57-BF7E-F7CC573DEAEA}" srcOrd="0" destOrd="0" parTransId="{94FA7109-3D70-4B34-9197-118204F2B93B}" sibTransId="{A59B8EBA-89C6-43F8-8768-2C3728ACADAC}"/>
    <dgm:cxn modelId="{37E121F7-B695-49F0-9455-E83AC5DA49D7}" srcId="{06B8F235-E7E8-4759-A0D8-BCDD56F22D2B}" destId="{3C6C97ED-5320-4161-8894-6DBAB331C41F}" srcOrd="2" destOrd="0" parTransId="{4118392E-B889-4027-A92C-EBE959FD0C0E}" sibTransId="{D29CEDE8-3F72-4039-BF01-656402256995}"/>
    <dgm:cxn modelId="{175A251E-194E-43A6-ACBC-C5524925B1CF}" type="presParOf" srcId="{AE7FBF6A-8E42-4CB9-BE6F-2BC0025C0442}" destId="{716251A3-E5B9-4B45-965E-34B31E395BEE}" srcOrd="0" destOrd="0" presId="urn:microsoft.com/office/officeart/2018/2/layout/IconVerticalSolidList"/>
    <dgm:cxn modelId="{6B40FD75-72FA-494C-AB32-025B3F756E0E}" type="presParOf" srcId="{716251A3-E5B9-4B45-965E-34B31E395BEE}" destId="{D065C715-50AD-4E53-8DC9-E17EEFD7D30B}" srcOrd="0" destOrd="0" presId="urn:microsoft.com/office/officeart/2018/2/layout/IconVerticalSolidList"/>
    <dgm:cxn modelId="{2585FC89-1A29-4E67-87DE-8FAD6B452F70}" type="presParOf" srcId="{716251A3-E5B9-4B45-965E-34B31E395BEE}" destId="{4F589EE3-0B3E-49AB-91CC-B34312A6F478}" srcOrd="1" destOrd="0" presId="urn:microsoft.com/office/officeart/2018/2/layout/IconVerticalSolidList"/>
    <dgm:cxn modelId="{B1ADE629-BAD9-41B4-BED8-E1A5F77AF85A}" type="presParOf" srcId="{716251A3-E5B9-4B45-965E-34B31E395BEE}" destId="{FD6EAE02-3CDB-4120-94FD-311CB139881D}" srcOrd="2" destOrd="0" presId="urn:microsoft.com/office/officeart/2018/2/layout/IconVerticalSolidList"/>
    <dgm:cxn modelId="{555E0E5B-3B6F-4653-8955-692F5DF6B6DA}" type="presParOf" srcId="{716251A3-E5B9-4B45-965E-34B31E395BEE}" destId="{A3F80EBF-7672-42A0-B54F-1F9914A00AF4}" srcOrd="3" destOrd="0" presId="urn:microsoft.com/office/officeart/2018/2/layout/IconVerticalSolidList"/>
    <dgm:cxn modelId="{34243A3E-2B9F-43A8-9A0E-6DBB70795B38}" type="presParOf" srcId="{AE7FBF6A-8E42-4CB9-BE6F-2BC0025C0442}" destId="{C0E8ACBC-E910-4D74-8E6D-C44F02A09960}" srcOrd="1" destOrd="0" presId="urn:microsoft.com/office/officeart/2018/2/layout/IconVerticalSolidList"/>
    <dgm:cxn modelId="{9914D9FF-6908-43D8-A5E3-46FD76647538}" type="presParOf" srcId="{AE7FBF6A-8E42-4CB9-BE6F-2BC0025C0442}" destId="{D7280E24-BAC2-4B85-A3D9-B4616D1A029D}" srcOrd="2" destOrd="0" presId="urn:microsoft.com/office/officeart/2018/2/layout/IconVerticalSolidList"/>
    <dgm:cxn modelId="{878A47FC-5D90-4AD4-852C-91F0428287EA}" type="presParOf" srcId="{D7280E24-BAC2-4B85-A3D9-B4616D1A029D}" destId="{ADE77A47-BCD4-409E-9B3B-D151450D7DB4}" srcOrd="0" destOrd="0" presId="urn:microsoft.com/office/officeart/2018/2/layout/IconVerticalSolidList"/>
    <dgm:cxn modelId="{9F3353C4-4C7E-45CB-A03E-24C5DDF7795B}" type="presParOf" srcId="{D7280E24-BAC2-4B85-A3D9-B4616D1A029D}" destId="{6B43E71F-EF85-4A7E-B025-6F2E21C26E73}" srcOrd="1" destOrd="0" presId="urn:microsoft.com/office/officeart/2018/2/layout/IconVerticalSolidList"/>
    <dgm:cxn modelId="{9671990E-3261-4C0C-947F-B52DB5B8032D}" type="presParOf" srcId="{D7280E24-BAC2-4B85-A3D9-B4616D1A029D}" destId="{91A0CEE4-36E3-44D8-92FA-A944D2B83BFE}" srcOrd="2" destOrd="0" presId="urn:microsoft.com/office/officeart/2018/2/layout/IconVerticalSolidList"/>
    <dgm:cxn modelId="{59B11E20-2E30-4885-A370-239C911AB3AC}" type="presParOf" srcId="{D7280E24-BAC2-4B85-A3D9-B4616D1A029D}" destId="{E47AEB02-6DFA-4C12-80CF-D6BDEF4915CC}" srcOrd="3" destOrd="0" presId="urn:microsoft.com/office/officeart/2018/2/layout/IconVerticalSolidList"/>
    <dgm:cxn modelId="{2F8CDDA7-5C29-4055-B006-5BBF9DD94293}" type="presParOf" srcId="{AE7FBF6A-8E42-4CB9-BE6F-2BC0025C0442}" destId="{14D479D2-7302-4618-8582-59F9C58CE638}" srcOrd="3" destOrd="0" presId="urn:microsoft.com/office/officeart/2018/2/layout/IconVerticalSolidList"/>
    <dgm:cxn modelId="{8F2D0B34-FECE-46F7-B846-BD288B5CB539}" type="presParOf" srcId="{AE7FBF6A-8E42-4CB9-BE6F-2BC0025C0442}" destId="{6DCB1318-E56F-4C24-A2FD-F2BA17A8CCB4}" srcOrd="4" destOrd="0" presId="urn:microsoft.com/office/officeart/2018/2/layout/IconVerticalSolidList"/>
    <dgm:cxn modelId="{0000ED2E-945F-4988-8710-2E6D8B8E00A0}" type="presParOf" srcId="{6DCB1318-E56F-4C24-A2FD-F2BA17A8CCB4}" destId="{04BF6CB8-1092-4B3F-B513-95211E1A229D}" srcOrd="0" destOrd="0" presId="urn:microsoft.com/office/officeart/2018/2/layout/IconVerticalSolidList"/>
    <dgm:cxn modelId="{3C06CED7-D295-4102-8DFE-4D36E8A4DC87}" type="presParOf" srcId="{6DCB1318-E56F-4C24-A2FD-F2BA17A8CCB4}" destId="{23B8EF6C-A1FE-4B07-B690-CA4653C6D3ED}" srcOrd="1" destOrd="0" presId="urn:microsoft.com/office/officeart/2018/2/layout/IconVerticalSolidList"/>
    <dgm:cxn modelId="{732454B9-DFDF-4819-ABBF-01AED671ECA2}" type="presParOf" srcId="{6DCB1318-E56F-4C24-A2FD-F2BA17A8CCB4}" destId="{E74ACF49-D545-46ED-BCF4-C21E373D55B7}" srcOrd="2" destOrd="0" presId="urn:microsoft.com/office/officeart/2018/2/layout/IconVerticalSolidList"/>
    <dgm:cxn modelId="{18AF01CD-7A5C-4847-A7F1-4AF34FE56EE4}" type="presParOf" srcId="{6DCB1318-E56F-4C24-A2FD-F2BA17A8CCB4}" destId="{569EB886-F41F-45BD-81FB-E2EB4F5DF39B}" srcOrd="3" destOrd="0" presId="urn:microsoft.com/office/officeart/2018/2/layout/IconVerticalSolidList"/>
    <dgm:cxn modelId="{77C7979C-58C6-4083-8A93-62BF6D13E814}" type="presParOf" srcId="{AE7FBF6A-8E42-4CB9-BE6F-2BC0025C0442}" destId="{A4012F9A-0F24-495B-8614-2ECECFF98820}" srcOrd="5" destOrd="0" presId="urn:microsoft.com/office/officeart/2018/2/layout/IconVerticalSolidList"/>
    <dgm:cxn modelId="{DF9EE4D2-A6FF-4235-84D2-2FDC80D0B628}" type="presParOf" srcId="{AE7FBF6A-8E42-4CB9-BE6F-2BC0025C0442}" destId="{CD724BAD-F1CF-4F07-B850-7B272298A8F5}" srcOrd="6" destOrd="0" presId="urn:microsoft.com/office/officeart/2018/2/layout/IconVerticalSolidList"/>
    <dgm:cxn modelId="{1D757691-1367-484C-BF1F-9338F27F429E}" type="presParOf" srcId="{CD724BAD-F1CF-4F07-B850-7B272298A8F5}" destId="{7678C4F1-A484-4426-82F7-7F79A5F4144C}" srcOrd="0" destOrd="0" presId="urn:microsoft.com/office/officeart/2018/2/layout/IconVerticalSolidList"/>
    <dgm:cxn modelId="{0E2F08CA-6B17-4F87-818F-CAA2DFDE69FE}" type="presParOf" srcId="{CD724BAD-F1CF-4F07-B850-7B272298A8F5}" destId="{0662EA85-1BFD-4EBF-9FBC-89198F151124}" srcOrd="1" destOrd="0" presId="urn:microsoft.com/office/officeart/2018/2/layout/IconVerticalSolidList"/>
    <dgm:cxn modelId="{47367D24-7ABB-468D-BCAC-9D7B62CF4C09}" type="presParOf" srcId="{CD724BAD-F1CF-4F07-B850-7B272298A8F5}" destId="{30D91246-38BE-4EF8-8A80-AA9B58FD5FFA}" srcOrd="2" destOrd="0" presId="urn:microsoft.com/office/officeart/2018/2/layout/IconVerticalSolidList"/>
    <dgm:cxn modelId="{252698DD-D0DD-4C82-989A-2A941A62F152}" type="presParOf" srcId="{CD724BAD-F1CF-4F07-B850-7B272298A8F5}" destId="{D6132357-062F-4D96-88B3-7212B15A1B76}" srcOrd="3" destOrd="0" presId="urn:microsoft.com/office/officeart/2018/2/layout/IconVerticalSolidList"/>
    <dgm:cxn modelId="{A244CB92-B991-4CCF-9CEE-DFB8D62828B6}" type="presParOf" srcId="{AE7FBF6A-8E42-4CB9-BE6F-2BC0025C0442}" destId="{2E3A6D84-713D-4A77-A879-C6699BE81FF9}" srcOrd="7" destOrd="0" presId="urn:microsoft.com/office/officeart/2018/2/layout/IconVerticalSolidList"/>
    <dgm:cxn modelId="{3C62644F-44A0-4519-BC7F-4849ECE7C0B7}" type="presParOf" srcId="{AE7FBF6A-8E42-4CB9-BE6F-2BC0025C0442}" destId="{419428ED-72DD-47FB-B6A3-CEA95D790876}" srcOrd="8" destOrd="0" presId="urn:microsoft.com/office/officeart/2018/2/layout/IconVerticalSolidList"/>
    <dgm:cxn modelId="{EAA8EABF-8D82-4758-B6DC-7BB31EA14BC6}" type="presParOf" srcId="{419428ED-72DD-47FB-B6A3-CEA95D790876}" destId="{6C0339E0-7F74-423D-B3D8-3FEEE26A98E3}" srcOrd="0" destOrd="0" presId="urn:microsoft.com/office/officeart/2018/2/layout/IconVerticalSolidList"/>
    <dgm:cxn modelId="{D8D7DA8D-D363-4FFB-9BE4-1F3F67B18EB5}" type="presParOf" srcId="{419428ED-72DD-47FB-B6A3-CEA95D790876}" destId="{EFC98FA8-449A-4CEA-89A9-118EB80C9009}" srcOrd="1" destOrd="0" presId="urn:microsoft.com/office/officeart/2018/2/layout/IconVerticalSolidList"/>
    <dgm:cxn modelId="{B6E1347D-834D-4509-817F-53FC958DD75D}" type="presParOf" srcId="{419428ED-72DD-47FB-B6A3-CEA95D790876}" destId="{FD163D67-745C-4A82-9C52-84FD1471BA31}" srcOrd="2" destOrd="0" presId="urn:microsoft.com/office/officeart/2018/2/layout/IconVerticalSolidList"/>
    <dgm:cxn modelId="{8EB13499-593E-473F-8DDF-F6E8B7292111}" type="presParOf" srcId="{419428ED-72DD-47FB-B6A3-CEA95D790876}" destId="{B245A095-91C4-4BE8-A1FB-22180A674A21}" srcOrd="3" destOrd="0" presId="urn:microsoft.com/office/officeart/2018/2/layout/IconVerticalSolidList"/>
    <dgm:cxn modelId="{5DA22E99-0BFC-4849-AFA5-FD0A58C91C42}" type="presParOf" srcId="{AE7FBF6A-8E42-4CB9-BE6F-2BC0025C0442}" destId="{6BFC7819-582F-403D-B412-4F33DF8B2CE8}" srcOrd="9" destOrd="0" presId="urn:microsoft.com/office/officeart/2018/2/layout/IconVerticalSolidList"/>
    <dgm:cxn modelId="{8E191FC7-E3E9-4F15-9D5D-6FDA88CC7427}" type="presParOf" srcId="{AE7FBF6A-8E42-4CB9-BE6F-2BC0025C0442}" destId="{8C6F14BF-AA94-4670-9753-93CB2B3E57A9}" srcOrd="10" destOrd="0" presId="urn:microsoft.com/office/officeart/2018/2/layout/IconVerticalSolidList"/>
    <dgm:cxn modelId="{7537EAA1-23A3-4AA2-ABCD-D6B212A15675}" type="presParOf" srcId="{8C6F14BF-AA94-4670-9753-93CB2B3E57A9}" destId="{8C3B2CA3-71FA-4460-AAC7-C6C4F06EA48E}" srcOrd="0" destOrd="0" presId="urn:microsoft.com/office/officeart/2018/2/layout/IconVerticalSolidList"/>
    <dgm:cxn modelId="{4551CCDE-DD92-4FCB-B25B-07D38504C676}" type="presParOf" srcId="{8C6F14BF-AA94-4670-9753-93CB2B3E57A9}" destId="{DBFD2343-0766-4625-9FC1-E02AFBA07511}" srcOrd="1" destOrd="0" presId="urn:microsoft.com/office/officeart/2018/2/layout/IconVerticalSolidList"/>
    <dgm:cxn modelId="{1A99BA5D-8B57-4EF8-8125-6544C2D6445A}" type="presParOf" srcId="{8C6F14BF-AA94-4670-9753-93CB2B3E57A9}" destId="{FD66E2DB-3686-47C5-B7BC-76F3FCE93042}" srcOrd="2" destOrd="0" presId="urn:microsoft.com/office/officeart/2018/2/layout/IconVerticalSolidList"/>
    <dgm:cxn modelId="{313775E2-8A46-4E06-A0B2-92A5A831E774}" type="presParOf" srcId="{8C6F14BF-AA94-4670-9753-93CB2B3E57A9}" destId="{A4D1EC2D-8E09-4C39-8490-2DC7B7ABF7D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9DE201C-E49D-47B9-9EC8-1BD9E2B4790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B26431F-379B-459B-8A6C-E90A3ACFC10A}">
      <dgm:prSet/>
      <dgm:spPr/>
      <dgm:t>
        <a:bodyPr/>
        <a:lstStyle/>
        <a:p>
          <a:r>
            <a:rPr lang="en-CA" dirty="0"/>
            <a:t>API &amp; endpoint hardening</a:t>
          </a:r>
          <a:endParaRPr lang="en-US" dirty="0"/>
        </a:p>
      </dgm:t>
    </dgm:pt>
    <dgm:pt modelId="{2293BE0F-78FD-4809-A95E-D74EBBD69DF5}" type="parTrans" cxnId="{7D5BBCA2-423C-4EB9-AF11-7414596E9AF5}">
      <dgm:prSet/>
      <dgm:spPr/>
      <dgm:t>
        <a:bodyPr/>
        <a:lstStyle/>
        <a:p>
          <a:endParaRPr lang="en-US"/>
        </a:p>
      </dgm:t>
    </dgm:pt>
    <dgm:pt modelId="{0DE5EE7D-0D7D-4803-89A9-A48C3F279485}" type="sibTrans" cxnId="{7D5BBCA2-423C-4EB9-AF11-7414596E9AF5}">
      <dgm:prSet/>
      <dgm:spPr/>
      <dgm:t>
        <a:bodyPr/>
        <a:lstStyle/>
        <a:p>
          <a:endParaRPr lang="en-US"/>
        </a:p>
      </dgm:t>
    </dgm:pt>
    <dgm:pt modelId="{6A3C7146-7D4C-42BB-9FC8-76D129CAC4F3}">
      <dgm:prSet/>
      <dgm:spPr/>
      <dgm:t>
        <a:bodyPr/>
        <a:lstStyle/>
        <a:p>
          <a:r>
            <a:rPr lang="en-CA" dirty="0"/>
            <a:t>Data protection &amp; governance</a:t>
          </a:r>
          <a:endParaRPr lang="en-US" dirty="0"/>
        </a:p>
      </dgm:t>
    </dgm:pt>
    <dgm:pt modelId="{8677EAC2-A774-48DC-BD4F-14F8EBA45294}" type="parTrans" cxnId="{BFB7A2F8-0410-427B-9DEF-8575D64F5851}">
      <dgm:prSet/>
      <dgm:spPr/>
      <dgm:t>
        <a:bodyPr/>
        <a:lstStyle/>
        <a:p>
          <a:endParaRPr lang="en-US"/>
        </a:p>
      </dgm:t>
    </dgm:pt>
    <dgm:pt modelId="{2663D178-A039-4408-8B21-94D37D1460A4}" type="sibTrans" cxnId="{BFB7A2F8-0410-427B-9DEF-8575D64F5851}">
      <dgm:prSet/>
      <dgm:spPr/>
      <dgm:t>
        <a:bodyPr/>
        <a:lstStyle/>
        <a:p>
          <a:endParaRPr lang="en-US"/>
        </a:p>
      </dgm:t>
    </dgm:pt>
    <dgm:pt modelId="{0A8F7289-7424-4417-83B4-BEC04BA64C12}">
      <dgm:prSet/>
      <dgm:spPr/>
      <dgm:t>
        <a:bodyPr/>
        <a:lstStyle/>
        <a:p>
          <a:r>
            <a:rPr lang="en-CA" dirty="0"/>
            <a:t>Power BI security</a:t>
          </a:r>
          <a:endParaRPr lang="en-US" dirty="0"/>
        </a:p>
      </dgm:t>
    </dgm:pt>
    <dgm:pt modelId="{64A98D7C-1DA4-474B-A553-9E97FB6F786C}" type="parTrans" cxnId="{DFA6A71A-7B76-48C5-830D-F7A5E9CE3300}">
      <dgm:prSet/>
      <dgm:spPr/>
      <dgm:t>
        <a:bodyPr/>
        <a:lstStyle/>
        <a:p>
          <a:endParaRPr lang="en-US"/>
        </a:p>
      </dgm:t>
    </dgm:pt>
    <dgm:pt modelId="{BC4E2C95-3D6B-4129-9745-76E68AAB80FD}" type="sibTrans" cxnId="{DFA6A71A-7B76-48C5-830D-F7A5E9CE3300}">
      <dgm:prSet/>
      <dgm:spPr/>
      <dgm:t>
        <a:bodyPr/>
        <a:lstStyle/>
        <a:p>
          <a:endParaRPr lang="en-US"/>
        </a:p>
      </dgm:t>
    </dgm:pt>
    <dgm:pt modelId="{3E0312FA-D30E-47D3-9CAB-8A832A775360}">
      <dgm:prSet/>
      <dgm:spPr/>
      <dgm:t>
        <a:bodyPr/>
        <a:lstStyle/>
        <a:p>
          <a:r>
            <a:rPr lang="en-CA" dirty="0"/>
            <a:t>Monitoring, alerting, and incident response</a:t>
          </a:r>
          <a:endParaRPr lang="en-US" dirty="0"/>
        </a:p>
      </dgm:t>
    </dgm:pt>
    <dgm:pt modelId="{A1F6800C-2DCB-4310-BD31-36148E4A3C1E}" type="parTrans" cxnId="{1B245ED5-29D3-4437-92CF-A31074918706}">
      <dgm:prSet/>
      <dgm:spPr/>
      <dgm:t>
        <a:bodyPr/>
        <a:lstStyle/>
        <a:p>
          <a:endParaRPr lang="en-US"/>
        </a:p>
      </dgm:t>
    </dgm:pt>
    <dgm:pt modelId="{DFE26F75-D791-4D93-8912-49298713F0FC}" type="sibTrans" cxnId="{1B245ED5-29D3-4437-92CF-A31074918706}">
      <dgm:prSet/>
      <dgm:spPr/>
      <dgm:t>
        <a:bodyPr/>
        <a:lstStyle/>
        <a:p>
          <a:endParaRPr lang="en-US"/>
        </a:p>
      </dgm:t>
    </dgm:pt>
    <dgm:pt modelId="{8F2724D1-0CE7-4E7A-B65B-69B86F59960F}">
      <dgm:prSet/>
      <dgm:spPr/>
      <dgm:t>
        <a:bodyPr/>
        <a:lstStyle/>
        <a:p>
          <a:r>
            <a:rPr lang="en-CA" dirty="0"/>
            <a:t>Network isolation</a:t>
          </a:r>
          <a:endParaRPr lang="en-US" dirty="0"/>
        </a:p>
      </dgm:t>
    </dgm:pt>
    <dgm:pt modelId="{20E6083C-4243-4CE1-973E-2393B2EC13AB}" type="parTrans" cxnId="{0B922D72-AA68-4D3A-9FAD-D67159658566}">
      <dgm:prSet/>
      <dgm:spPr/>
      <dgm:t>
        <a:bodyPr/>
        <a:lstStyle/>
        <a:p>
          <a:endParaRPr lang="en-US"/>
        </a:p>
      </dgm:t>
    </dgm:pt>
    <dgm:pt modelId="{4EBF1B82-9323-4AE8-B2CD-ACFB3501AC7A}" type="sibTrans" cxnId="{0B922D72-AA68-4D3A-9FAD-D67159658566}">
      <dgm:prSet/>
      <dgm:spPr/>
      <dgm:t>
        <a:bodyPr/>
        <a:lstStyle/>
        <a:p>
          <a:endParaRPr lang="en-US"/>
        </a:p>
      </dgm:t>
    </dgm:pt>
    <dgm:pt modelId="{C98DF1BB-D8C7-49C0-A09E-AFAD5A7BD4C8}">
      <dgm:prSet/>
      <dgm:spPr/>
      <dgm:t>
        <a:bodyPr/>
        <a:lstStyle/>
        <a:p>
          <a:r>
            <a:rPr lang="en-CA" dirty="0"/>
            <a:t>Identity &amp; access</a:t>
          </a:r>
          <a:endParaRPr lang="en-US" dirty="0"/>
        </a:p>
      </dgm:t>
    </dgm:pt>
    <dgm:pt modelId="{4C819E6A-BADB-47A2-A126-B979960AF735}" type="parTrans" cxnId="{C5707C1C-4DF8-46AC-B907-3F049ECCE8E6}">
      <dgm:prSet/>
      <dgm:spPr/>
      <dgm:t>
        <a:bodyPr/>
        <a:lstStyle/>
        <a:p>
          <a:endParaRPr lang="en-US"/>
        </a:p>
      </dgm:t>
    </dgm:pt>
    <dgm:pt modelId="{E4B333D1-4C5F-4C66-A16B-AB4F1F4B4625}" type="sibTrans" cxnId="{C5707C1C-4DF8-46AC-B907-3F049ECCE8E6}">
      <dgm:prSet/>
      <dgm:spPr/>
      <dgm:t>
        <a:bodyPr/>
        <a:lstStyle/>
        <a:p>
          <a:endParaRPr lang="en-US"/>
        </a:p>
      </dgm:t>
    </dgm:pt>
    <dgm:pt modelId="{698AC243-80A1-4DF6-9BFD-B442F2368BBC}">
      <dgm:prSet/>
      <dgm:spPr/>
      <dgm:t>
        <a:bodyPr/>
        <a:lstStyle/>
        <a:p>
          <a:r>
            <a:rPr lang="en-CA"/>
            <a:t>Reliability</a:t>
          </a:r>
          <a:endParaRPr lang="en-US"/>
        </a:p>
      </dgm:t>
    </dgm:pt>
    <dgm:pt modelId="{F71F6CF5-4BE8-41A8-BE54-D6B69045EB80}" type="parTrans" cxnId="{0934FF90-FA74-4FA6-A1E2-B4F6178C6AFA}">
      <dgm:prSet/>
      <dgm:spPr/>
      <dgm:t>
        <a:bodyPr/>
        <a:lstStyle/>
        <a:p>
          <a:endParaRPr lang="en-US"/>
        </a:p>
      </dgm:t>
    </dgm:pt>
    <dgm:pt modelId="{4FF12690-09C9-44A5-9774-8F83724502F7}" type="sibTrans" cxnId="{0934FF90-FA74-4FA6-A1E2-B4F6178C6AFA}">
      <dgm:prSet/>
      <dgm:spPr/>
      <dgm:t>
        <a:bodyPr/>
        <a:lstStyle/>
        <a:p>
          <a:endParaRPr lang="en-US"/>
        </a:p>
      </dgm:t>
    </dgm:pt>
    <dgm:pt modelId="{C9CD626B-EEF5-4972-96C7-548298FD16B9}" type="pres">
      <dgm:prSet presAssocID="{D9DE201C-E49D-47B9-9EC8-1BD9E2B47909}" presName="linear" presStyleCnt="0">
        <dgm:presLayoutVars>
          <dgm:animLvl val="lvl"/>
          <dgm:resizeHandles val="exact"/>
        </dgm:presLayoutVars>
      </dgm:prSet>
      <dgm:spPr/>
    </dgm:pt>
    <dgm:pt modelId="{022DED84-DDDF-4920-A5CB-C9143B484936}" type="pres">
      <dgm:prSet presAssocID="{2B26431F-379B-459B-8A6C-E90A3ACFC10A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ED1C3072-15B1-4DF6-9207-83CB24865D40}" type="pres">
      <dgm:prSet presAssocID="{0DE5EE7D-0D7D-4803-89A9-A48C3F279485}" presName="spacer" presStyleCnt="0"/>
      <dgm:spPr/>
    </dgm:pt>
    <dgm:pt modelId="{A2708AAC-B642-4A84-9F5F-8137F0710969}" type="pres">
      <dgm:prSet presAssocID="{6A3C7146-7D4C-42BB-9FC8-76D129CAC4F3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E021500D-2C43-4100-B8C4-A6140D6175CC}" type="pres">
      <dgm:prSet presAssocID="{2663D178-A039-4408-8B21-94D37D1460A4}" presName="spacer" presStyleCnt="0"/>
      <dgm:spPr/>
    </dgm:pt>
    <dgm:pt modelId="{D34D7AC0-EEB3-40D1-8050-306CFBEE828D}" type="pres">
      <dgm:prSet presAssocID="{0A8F7289-7424-4417-83B4-BEC04BA64C12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4E54001-092F-4D70-985F-438C3C4532A1}" type="pres">
      <dgm:prSet presAssocID="{BC4E2C95-3D6B-4129-9745-76E68AAB80FD}" presName="spacer" presStyleCnt="0"/>
      <dgm:spPr/>
    </dgm:pt>
    <dgm:pt modelId="{17CE2221-AC16-47BD-AAAD-628A84D79F18}" type="pres">
      <dgm:prSet presAssocID="{3E0312FA-D30E-47D3-9CAB-8A832A775360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5C15B0E0-FE1B-4ACF-9380-42B213FDF306}" type="pres">
      <dgm:prSet presAssocID="{DFE26F75-D791-4D93-8912-49298713F0FC}" presName="spacer" presStyleCnt="0"/>
      <dgm:spPr/>
    </dgm:pt>
    <dgm:pt modelId="{9832FE91-2061-439D-B25F-BAA1D8365AEC}" type="pres">
      <dgm:prSet presAssocID="{8F2724D1-0CE7-4E7A-B65B-69B86F59960F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CDF5263E-204F-4E9F-BC6A-382D9B18845E}" type="pres">
      <dgm:prSet presAssocID="{4EBF1B82-9323-4AE8-B2CD-ACFB3501AC7A}" presName="spacer" presStyleCnt="0"/>
      <dgm:spPr/>
    </dgm:pt>
    <dgm:pt modelId="{14F2846C-D0E8-44DB-A845-DDA99D4B46AE}" type="pres">
      <dgm:prSet presAssocID="{C98DF1BB-D8C7-49C0-A09E-AFAD5A7BD4C8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E09DC3E9-7AFB-4BF8-BF89-269B9D04CB5B}" type="pres">
      <dgm:prSet presAssocID="{E4B333D1-4C5F-4C66-A16B-AB4F1F4B4625}" presName="spacer" presStyleCnt="0"/>
      <dgm:spPr/>
    </dgm:pt>
    <dgm:pt modelId="{34DACC8E-DC9B-480F-8E02-65E218295A47}" type="pres">
      <dgm:prSet presAssocID="{698AC243-80A1-4DF6-9BFD-B442F2368BBC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36EF461A-3AE7-4EBF-A371-521A85165BEB}" type="presOf" srcId="{6A3C7146-7D4C-42BB-9FC8-76D129CAC4F3}" destId="{A2708AAC-B642-4A84-9F5F-8137F0710969}" srcOrd="0" destOrd="0" presId="urn:microsoft.com/office/officeart/2005/8/layout/vList2"/>
    <dgm:cxn modelId="{DFA6A71A-7B76-48C5-830D-F7A5E9CE3300}" srcId="{D9DE201C-E49D-47B9-9EC8-1BD9E2B47909}" destId="{0A8F7289-7424-4417-83B4-BEC04BA64C12}" srcOrd="2" destOrd="0" parTransId="{64A98D7C-1DA4-474B-A553-9E97FB6F786C}" sibTransId="{BC4E2C95-3D6B-4129-9745-76E68AAB80FD}"/>
    <dgm:cxn modelId="{C5707C1C-4DF8-46AC-B907-3F049ECCE8E6}" srcId="{D9DE201C-E49D-47B9-9EC8-1BD9E2B47909}" destId="{C98DF1BB-D8C7-49C0-A09E-AFAD5A7BD4C8}" srcOrd="5" destOrd="0" parTransId="{4C819E6A-BADB-47A2-A126-B979960AF735}" sibTransId="{E4B333D1-4C5F-4C66-A16B-AB4F1F4B4625}"/>
    <dgm:cxn modelId="{E75F873A-D98F-4D01-AAF3-3FF52BE02A72}" type="presOf" srcId="{698AC243-80A1-4DF6-9BFD-B442F2368BBC}" destId="{34DACC8E-DC9B-480F-8E02-65E218295A47}" srcOrd="0" destOrd="0" presId="urn:microsoft.com/office/officeart/2005/8/layout/vList2"/>
    <dgm:cxn modelId="{0B922D72-AA68-4D3A-9FAD-D67159658566}" srcId="{D9DE201C-E49D-47B9-9EC8-1BD9E2B47909}" destId="{8F2724D1-0CE7-4E7A-B65B-69B86F59960F}" srcOrd="4" destOrd="0" parTransId="{20E6083C-4243-4CE1-973E-2393B2EC13AB}" sibTransId="{4EBF1B82-9323-4AE8-B2CD-ACFB3501AC7A}"/>
    <dgm:cxn modelId="{30026C89-685C-4A91-AC85-5EB6D5B5378C}" type="presOf" srcId="{0A8F7289-7424-4417-83B4-BEC04BA64C12}" destId="{D34D7AC0-EEB3-40D1-8050-306CFBEE828D}" srcOrd="0" destOrd="0" presId="urn:microsoft.com/office/officeart/2005/8/layout/vList2"/>
    <dgm:cxn modelId="{0934FF90-FA74-4FA6-A1E2-B4F6178C6AFA}" srcId="{D9DE201C-E49D-47B9-9EC8-1BD9E2B47909}" destId="{698AC243-80A1-4DF6-9BFD-B442F2368BBC}" srcOrd="6" destOrd="0" parTransId="{F71F6CF5-4BE8-41A8-BE54-D6B69045EB80}" sibTransId="{4FF12690-09C9-44A5-9774-8F83724502F7}"/>
    <dgm:cxn modelId="{7D5BBCA2-423C-4EB9-AF11-7414596E9AF5}" srcId="{D9DE201C-E49D-47B9-9EC8-1BD9E2B47909}" destId="{2B26431F-379B-459B-8A6C-E90A3ACFC10A}" srcOrd="0" destOrd="0" parTransId="{2293BE0F-78FD-4809-A95E-D74EBBD69DF5}" sibTransId="{0DE5EE7D-0D7D-4803-89A9-A48C3F279485}"/>
    <dgm:cxn modelId="{2DF335A3-0903-4C1B-9E1D-161681CAD0FB}" type="presOf" srcId="{D9DE201C-E49D-47B9-9EC8-1BD9E2B47909}" destId="{C9CD626B-EEF5-4972-96C7-548298FD16B9}" srcOrd="0" destOrd="0" presId="urn:microsoft.com/office/officeart/2005/8/layout/vList2"/>
    <dgm:cxn modelId="{5C7B55B0-79B2-4004-A01F-A24F600BB761}" type="presOf" srcId="{2B26431F-379B-459B-8A6C-E90A3ACFC10A}" destId="{022DED84-DDDF-4920-A5CB-C9143B484936}" srcOrd="0" destOrd="0" presId="urn:microsoft.com/office/officeart/2005/8/layout/vList2"/>
    <dgm:cxn modelId="{06E5B0BC-3821-45D0-AA80-3825A40EBCFB}" type="presOf" srcId="{3E0312FA-D30E-47D3-9CAB-8A832A775360}" destId="{17CE2221-AC16-47BD-AAAD-628A84D79F18}" srcOrd="0" destOrd="0" presId="urn:microsoft.com/office/officeart/2005/8/layout/vList2"/>
    <dgm:cxn modelId="{6D5EA5C0-263A-407D-A44C-133F282E6288}" type="presOf" srcId="{C98DF1BB-D8C7-49C0-A09E-AFAD5A7BD4C8}" destId="{14F2846C-D0E8-44DB-A845-DDA99D4B46AE}" srcOrd="0" destOrd="0" presId="urn:microsoft.com/office/officeart/2005/8/layout/vList2"/>
    <dgm:cxn modelId="{1B245ED5-29D3-4437-92CF-A31074918706}" srcId="{D9DE201C-E49D-47B9-9EC8-1BD9E2B47909}" destId="{3E0312FA-D30E-47D3-9CAB-8A832A775360}" srcOrd="3" destOrd="0" parTransId="{A1F6800C-2DCB-4310-BD31-36148E4A3C1E}" sibTransId="{DFE26F75-D791-4D93-8912-49298713F0FC}"/>
    <dgm:cxn modelId="{08DA0FEA-CA08-4A15-B03D-EC76C3111DF1}" type="presOf" srcId="{8F2724D1-0CE7-4E7A-B65B-69B86F59960F}" destId="{9832FE91-2061-439D-B25F-BAA1D8365AEC}" srcOrd="0" destOrd="0" presId="urn:microsoft.com/office/officeart/2005/8/layout/vList2"/>
    <dgm:cxn modelId="{BFB7A2F8-0410-427B-9DEF-8575D64F5851}" srcId="{D9DE201C-E49D-47B9-9EC8-1BD9E2B47909}" destId="{6A3C7146-7D4C-42BB-9FC8-76D129CAC4F3}" srcOrd="1" destOrd="0" parTransId="{8677EAC2-A774-48DC-BD4F-14F8EBA45294}" sibTransId="{2663D178-A039-4408-8B21-94D37D1460A4}"/>
    <dgm:cxn modelId="{4689696C-6B05-4426-8216-B2D6AC2F1DB3}" type="presParOf" srcId="{C9CD626B-EEF5-4972-96C7-548298FD16B9}" destId="{022DED84-DDDF-4920-A5CB-C9143B484936}" srcOrd="0" destOrd="0" presId="urn:microsoft.com/office/officeart/2005/8/layout/vList2"/>
    <dgm:cxn modelId="{A5F4CFF8-E9F6-4A91-8A10-EE380DA80B04}" type="presParOf" srcId="{C9CD626B-EEF5-4972-96C7-548298FD16B9}" destId="{ED1C3072-15B1-4DF6-9207-83CB24865D40}" srcOrd="1" destOrd="0" presId="urn:microsoft.com/office/officeart/2005/8/layout/vList2"/>
    <dgm:cxn modelId="{8A05A5BE-52B2-45E7-8CF2-0BAAD649B8B7}" type="presParOf" srcId="{C9CD626B-EEF5-4972-96C7-548298FD16B9}" destId="{A2708AAC-B642-4A84-9F5F-8137F0710969}" srcOrd="2" destOrd="0" presId="urn:microsoft.com/office/officeart/2005/8/layout/vList2"/>
    <dgm:cxn modelId="{765D8AAE-0CCD-41B7-B147-A6B6FE4F8FBF}" type="presParOf" srcId="{C9CD626B-EEF5-4972-96C7-548298FD16B9}" destId="{E021500D-2C43-4100-B8C4-A6140D6175CC}" srcOrd="3" destOrd="0" presId="urn:microsoft.com/office/officeart/2005/8/layout/vList2"/>
    <dgm:cxn modelId="{F3B46129-D4EA-48A0-95BB-57BEC6C7A397}" type="presParOf" srcId="{C9CD626B-EEF5-4972-96C7-548298FD16B9}" destId="{D34D7AC0-EEB3-40D1-8050-306CFBEE828D}" srcOrd="4" destOrd="0" presId="urn:microsoft.com/office/officeart/2005/8/layout/vList2"/>
    <dgm:cxn modelId="{981A7B85-F98A-4B35-B946-6BA3B73FCE23}" type="presParOf" srcId="{C9CD626B-EEF5-4972-96C7-548298FD16B9}" destId="{54E54001-092F-4D70-985F-438C3C4532A1}" srcOrd="5" destOrd="0" presId="urn:microsoft.com/office/officeart/2005/8/layout/vList2"/>
    <dgm:cxn modelId="{8E36AEAF-3C58-4D53-9631-671E98F070AB}" type="presParOf" srcId="{C9CD626B-EEF5-4972-96C7-548298FD16B9}" destId="{17CE2221-AC16-47BD-AAAD-628A84D79F18}" srcOrd="6" destOrd="0" presId="urn:microsoft.com/office/officeart/2005/8/layout/vList2"/>
    <dgm:cxn modelId="{BDE456B8-43B5-424C-A542-4B72B3E57E86}" type="presParOf" srcId="{C9CD626B-EEF5-4972-96C7-548298FD16B9}" destId="{5C15B0E0-FE1B-4ACF-9380-42B213FDF306}" srcOrd="7" destOrd="0" presId="urn:microsoft.com/office/officeart/2005/8/layout/vList2"/>
    <dgm:cxn modelId="{C0EC2D1D-77D5-41FA-8109-C367A7C2FA1E}" type="presParOf" srcId="{C9CD626B-EEF5-4972-96C7-548298FD16B9}" destId="{9832FE91-2061-439D-B25F-BAA1D8365AEC}" srcOrd="8" destOrd="0" presId="urn:microsoft.com/office/officeart/2005/8/layout/vList2"/>
    <dgm:cxn modelId="{3613EF70-8BCD-49C2-83F5-359EC723AF93}" type="presParOf" srcId="{C9CD626B-EEF5-4972-96C7-548298FD16B9}" destId="{CDF5263E-204F-4E9F-BC6A-382D9B18845E}" srcOrd="9" destOrd="0" presId="urn:microsoft.com/office/officeart/2005/8/layout/vList2"/>
    <dgm:cxn modelId="{2D607AE6-BF96-4C99-BF6C-82FBB893E752}" type="presParOf" srcId="{C9CD626B-EEF5-4972-96C7-548298FD16B9}" destId="{14F2846C-D0E8-44DB-A845-DDA99D4B46AE}" srcOrd="10" destOrd="0" presId="urn:microsoft.com/office/officeart/2005/8/layout/vList2"/>
    <dgm:cxn modelId="{D362F396-AAE8-4522-A90C-1BA3EF94EAC3}" type="presParOf" srcId="{C9CD626B-EEF5-4972-96C7-548298FD16B9}" destId="{E09DC3E9-7AFB-4BF8-BF89-269B9D04CB5B}" srcOrd="11" destOrd="0" presId="urn:microsoft.com/office/officeart/2005/8/layout/vList2"/>
    <dgm:cxn modelId="{BD016E4D-54C2-421B-87C8-78917748AAC4}" type="presParOf" srcId="{C9CD626B-EEF5-4972-96C7-548298FD16B9}" destId="{34DACC8E-DC9B-480F-8E02-65E218295A47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277B46-015C-441B-9245-9AF3CFE09E87}">
      <dsp:nvSpPr>
        <dsp:cNvPr id="0" name=""/>
        <dsp:cNvSpPr/>
      </dsp:nvSpPr>
      <dsp:spPr>
        <a:xfrm>
          <a:off x="0" y="3725"/>
          <a:ext cx="6190459" cy="7935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D29580-1028-4594-B540-B8869BCF2550}">
      <dsp:nvSpPr>
        <dsp:cNvPr id="0" name=""/>
        <dsp:cNvSpPr/>
      </dsp:nvSpPr>
      <dsp:spPr>
        <a:xfrm>
          <a:off x="240046" y="182272"/>
          <a:ext cx="436449" cy="4364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EBA928-AF4D-4008-A187-5306C32AB85F}">
      <dsp:nvSpPr>
        <dsp:cNvPr id="0" name=""/>
        <dsp:cNvSpPr/>
      </dsp:nvSpPr>
      <dsp:spPr>
        <a:xfrm>
          <a:off x="916542" y="3725"/>
          <a:ext cx="5273916" cy="793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83" tIns="83983" rIns="83983" bIns="8398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b="1" kern="1200" dirty="0"/>
            <a:t>This concept demonstrates how the sentiment dashboard interprets user reviews via Azure Cognitive Services Text Analytics</a:t>
          </a:r>
          <a:endParaRPr lang="en-US" sz="1400" b="1" kern="1200" dirty="0"/>
        </a:p>
      </dsp:txBody>
      <dsp:txXfrm>
        <a:off x="916542" y="3725"/>
        <a:ext cx="5273916" cy="793543"/>
      </dsp:txXfrm>
    </dsp:sp>
    <dsp:sp modelId="{F1481A58-DCAD-42EB-9E9C-C174971EC7CD}">
      <dsp:nvSpPr>
        <dsp:cNvPr id="0" name=""/>
        <dsp:cNvSpPr/>
      </dsp:nvSpPr>
      <dsp:spPr>
        <a:xfrm>
          <a:off x="0" y="995655"/>
          <a:ext cx="6190459" cy="7935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437A70-2BDF-412A-A3D2-DE7CFA84C32E}">
      <dsp:nvSpPr>
        <dsp:cNvPr id="0" name=""/>
        <dsp:cNvSpPr/>
      </dsp:nvSpPr>
      <dsp:spPr>
        <a:xfrm>
          <a:off x="240046" y="1174202"/>
          <a:ext cx="436449" cy="4364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5254B2-E8F8-478A-A156-44F68E58B71E}">
      <dsp:nvSpPr>
        <dsp:cNvPr id="0" name=""/>
        <dsp:cNvSpPr/>
      </dsp:nvSpPr>
      <dsp:spPr>
        <a:xfrm>
          <a:off x="916542" y="995655"/>
          <a:ext cx="5273916" cy="793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83" tIns="83983" rIns="83983" bIns="8398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b="1" kern="1200" dirty="0"/>
            <a:t>Core Components</a:t>
          </a:r>
          <a:endParaRPr lang="en-US" sz="1400" b="1" kern="1200" dirty="0"/>
        </a:p>
      </dsp:txBody>
      <dsp:txXfrm>
        <a:off x="916542" y="995655"/>
        <a:ext cx="5273916" cy="793543"/>
      </dsp:txXfrm>
    </dsp:sp>
    <dsp:sp modelId="{A3E22D90-F019-407D-BAD0-02C1207AC315}">
      <dsp:nvSpPr>
        <dsp:cNvPr id="0" name=""/>
        <dsp:cNvSpPr/>
      </dsp:nvSpPr>
      <dsp:spPr>
        <a:xfrm>
          <a:off x="0" y="1987584"/>
          <a:ext cx="6190459" cy="7935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236ACC-0746-4934-9EE7-5317EB1B2C1D}">
      <dsp:nvSpPr>
        <dsp:cNvPr id="0" name=""/>
        <dsp:cNvSpPr/>
      </dsp:nvSpPr>
      <dsp:spPr>
        <a:xfrm>
          <a:off x="240046" y="2166131"/>
          <a:ext cx="436449" cy="4364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7B3463-FCBA-4122-A233-ACFC38A0CAFB}">
      <dsp:nvSpPr>
        <dsp:cNvPr id="0" name=""/>
        <dsp:cNvSpPr/>
      </dsp:nvSpPr>
      <dsp:spPr>
        <a:xfrm>
          <a:off x="916542" y="1987584"/>
          <a:ext cx="5273916" cy="793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83" tIns="83983" rIns="83983" bIns="8398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b="1" kern="1200" dirty="0"/>
            <a:t>Azure Cognitive Services Text Analytics:</a:t>
          </a:r>
          <a:r>
            <a:rPr lang="en-CA" sz="1400" kern="1200" dirty="0"/>
            <a:t> Interprets user text for key phrases and sentiment scoring</a:t>
          </a:r>
          <a:endParaRPr lang="en-US" sz="1400" kern="1200" dirty="0"/>
        </a:p>
      </dsp:txBody>
      <dsp:txXfrm>
        <a:off x="916542" y="1987584"/>
        <a:ext cx="5273916" cy="793543"/>
      </dsp:txXfrm>
    </dsp:sp>
    <dsp:sp modelId="{DD88F179-EA89-41D8-B8FC-77EA32CEC29E}">
      <dsp:nvSpPr>
        <dsp:cNvPr id="0" name=""/>
        <dsp:cNvSpPr/>
      </dsp:nvSpPr>
      <dsp:spPr>
        <a:xfrm>
          <a:off x="0" y="2979514"/>
          <a:ext cx="6190459" cy="7935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10DB0D-B5AB-4C40-AF82-0DF676040C41}">
      <dsp:nvSpPr>
        <dsp:cNvPr id="0" name=""/>
        <dsp:cNvSpPr/>
      </dsp:nvSpPr>
      <dsp:spPr>
        <a:xfrm>
          <a:off x="240046" y="3158061"/>
          <a:ext cx="436449" cy="4364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32CDA9-1081-4927-B972-423B9A42AB68}">
      <dsp:nvSpPr>
        <dsp:cNvPr id="0" name=""/>
        <dsp:cNvSpPr/>
      </dsp:nvSpPr>
      <dsp:spPr>
        <a:xfrm>
          <a:off x="916542" y="2979514"/>
          <a:ext cx="5273916" cy="793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83" tIns="83983" rIns="83983" bIns="8398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b="1" kern="1200" dirty="0"/>
            <a:t>HTTP Trigger:</a:t>
          </a:r>
          <a:r>
            <a:rPr lang="en-CA" sz="1400" kern="1200" dirty="0"/>
            <a:t> User submitting a review via webpage</a:t>
          </a:r>
          <a:endParaRPr lang="en-US" sz="1400" kern="1200" dirty="0"/>
        </a:p>
      </dsp:txBody>
      <dsp:txXfrm>
        <a:off x="916542" y="2979514"/>
        <a:ext cx="5273916" cy="793543"/>
      </dsp:txXfrm>
    </dsp:sp>
    <dsp:sp modelId="{F5AC71F2-AA14-47C8-BDF8-240BF93AD546}">
      <dsp:nvSpPr>
        <dsp:cNvPr id="0" name=""/>
        <dsp:cNvSpPr/>
      </dsp:nvSpPr>
      <dsp:spPr>
        <a:xfrm>
          <a:off x="0" y="3971443"/>
          <a:ext cx="6190459" cy="79354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E4BDB1-EB58-425E-BBEA-FC5E65A0AE88}">
      <dsp:nvSpPr>
        <dsp:cNvPr id="0" name=""/>
        <dsp:cNvSpPr/>
      </dsp:nvSpPr>
      <dsp:spPr>
        <a:xfrm>
          <a:off x="240046" y="4149991"/>
          <a:ext cx="436449" cy="4364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7FC777-B9DA-4094-B4EE-BB50DD075692}">
      <dsp:nvSpPr>
        <dsp:cNvPr id="0" name=""/>
        <dsp:cNvSpPr/>
      </dsp:nvSpPr>
      <dsp:spPr>
        <a:xfrm>
          <a:off x="898136" y="3975169"/>
          <a:ext cx="5273916" cy="793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83" tIns="83983" rIns="83983" bIns="8398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b="1" kern="1200" dirty="0"/>
            <a:t>Cosmos DB:</a:t>
          </a:r>
          <a:r>
            <a:rPr lang="en-CA" sz="1400" kern="1200" dirty="0"/>
            <a:t> Stores key phrases and scoring</a:t>
          </a:r>
        </a:p>
      </dsp:txBody>
      <dsp:txXfrm>
        <a:off x="898136" y="3975169"/>
        <a:ext cx="5273916" cy="7935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8C66A7-52FE-498E-956B-34B0722E8257}">
      <dsp:nvSpPr>
        <dsp:cNvPr id="0" name=""/>
        <dsp:cNvSpPr/>
      </dsp:nvSpPr>
      <dsp:spPr>
        <a:xfrm>
          <a:off x="0" y="75337"/>
          <a:ext cx="5643563" cy="959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000" kern="1200"/>
            <a:t>"text": "Sample",</a:t>
          </a:r>
          <a:endParaRPr lang="en-US" sz="4000" kern="1200"/>
        </a:p>
      </dsp:txBody>
      <dsp:txXfrm>
        <a:off x="46834" y="122171"/>
        <a:ext cx="5549895" cy="865732"/>
      </dsp:txXfrm>
    </dsp:sp>
    <dsp:sp modelId="{51D76674-F43A-4D8A-823A-B59FF864AFA0}">
      <dsp:nvSpPr>
        <dsp:cNvPr id="0" name=""/>
        <dsp:cNvSpPr/>
      </dsp:nvSpPr>
      <dsp:spPr>
        <a:xfrm>
          <a:off x="0" y="1149937"/>
          <a:ext cx="5643563" cy="959400"/>
        </a:xfrm>
        <a:prstGeom prst="roundRect">
          <a:avLst/>
        </a:prstGeom>
        <a:gradFill rotWithShape="0">
          <a:gsLst>
            <a:gs pos="0">
              <a:schemeClr val="accent2">
                <a:hueOff val="-2918144"/>
                <a:satOff val="-2633"/>
                <a:lumOff val="-587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2">
                <a:hueOff val="-2918144"/>
                <a:satOff val="-2633"/>
                <a:lumOff val="-587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000" kern="1200"/>
            <a:t>"source": "review",</a:t>
          </a:r>
          <a:endParaRPr lang="en-US" sz="4000" kern="1200"/>
        </a:p>
      </dsp:txBody>
      <dsp:txXfrm>
        <a:off x="46834" y="1196771"/>
        <a:ext cx="5549895" cy="865732"/>
      </dsp:txXfrm>
    </dsp:sp>
    <dsp:sp modelId="{6E7105F0-9EAB-466B-BEEE-9743C70CCDDB}">
      <dsp:nvSpPr>
        <dsp:cNvPr id="0" name=""/>
        <dsp:cNvSpPr/>
      </dsp:nvSpPr>
      <dsp:spPr>
        <a:xfrm>
          <a:off x="0" y="2224537"/>
          <a:ext cx="5643563" cy="959400"/>
        </a:xfrm>
        <a:prstGeom prst="roundRect">
          <a:avLst/>
        </a:prstGeom>
        <a:gradFill rotWithShape="0">
          <a:gsLst>
            <a:gs pos="0">
              <a:schemeClr val="accent2">
                <a:hueOff val="-5836287"/>
                <a:satOff val="-5267"/>
                <a:lumOff val="-1175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2">
                <a:hueOff val="-5836287"/>
                <a:satOff val="-5267"/>
                <a:lumOff val="-1175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000" kern="1200"/>
            <a:t>"userId": "demo-user",</a:t>
          </a:r>
          <a:endParaRPr lang="en-US" sz="4000" kern="1200"/>
        </a:p>
      </dsp:txBody>
      <dsp:txXfrm>
        <a:off x="46834" y="2271371"/>
        <a:ext cx="5549895" cy="865732"/>
      </dsp:txXfrm>
    </dsp:sp>
    <dsp:sp modelId="{ED7BE648-2459-4322-BB8A-6ADD438F37AA}">
      <dsp:nvSpPr>
        <dsp:cNvPr id="0" name=""/>
        <dsp:cNvSpPr/>
      </dsp:nvSpPr>
      <dsp:spPr>
        <a:xfrm>
          <a:off x="0" y="3299137"/>
          <a:ext cx="5643563" cy="959400"/>
        </a:xfrm>
        <a:prstGeom prst="roundRect">
          <a:avLst/>
        </a:prstGeom>
        <a:gradFill rotWithShape="0">
          <a:gsLst>
            <a:gs pos="0">
              <a:schemeClr val="accent2">
                <a:hueOff val="-8754431"/>
                <a:satOff val="-7900"/>
                <a:lumOff val="-1762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2">
                <a:hueOff val="-8754431"/>
                <a:satOff val="-7900"/>
                <a:lumOff val="-1762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000" kern="1200"/>
            <a:t>"language": "en"</a:t>
          </a:r>
          <a:endParaRPr lang="en-US" sz="4000" kern="1200"/>
        </a:p>
      </dsp:txBody>
      <dsp:txXfrm>
        <a:off x="46834" y="3345971"/>
        <a:ext cx="5549895" cy="8657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65C715-50AD-4E53-8DC9-E17EEFD7D30B}">
      <dsp:nvSpPr>
        <dsp:cNvPr id="0" name=""/>
        <dsp:cNvSpPr/>
      </dsp:nvSpPr>
      <dsp:spPr>
        <a:xfrm>
          <a:off x="0" y="1542"/>
          <a:ext cx="6190459" cy="6573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589EE3-0B3E-49AB-91CC-B34312A6F478}">
      <dsp:nvSpPr>
        <dsp:cNvPr id="0" name=""/>
        <dsp:cNvSpPr/>
      </dsp:nvSpPr>
      <dsp:spPr>
        <a:xfrm>
          <a:off x="198841" y="149441"/>
          <a:ext cx="361530" cy="3615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F80EBF-7672-42A0-B54F-1F9914A00AF4}">
      <dsp:nvSpPr>
        <dsp:cNvPr id="0" name=""/>
        <dsp:cNvSpPr/>
      </dsp:nvSpPr>
      <dsp:spPr>
        <a:xfrm>
          <a:off x="759213" y="1542"/>
          <a:ext cx="5431245" cy="657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67" tIns="69567" rIns="69567" bIns="6956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/>
            <a:t>Monthly Submissions : 1000</a:t>
          </a:r>
          <a:endParaRPr lang="en-US" sz="1800" kern="1200" dirty="0"/>
        </a:p>
      </dsp:txBody>
      <dsp:txXfrm>
        <a:off x="759213" y="1542"/>
        <a:ext cx="5431245" cy="657327"/>
      </dsp:txXfrm>
    </dsp:sp>
    <dsp:sp modelId="{ADE77A47-BCD4-409E-9B3B-D151450D7DB4}">
      <dsp:nvSpPr>
        <dsp:cNvPr id="0" name=""/>
        <dsp:cNvSpPr/>
      </dsp:nvSpPr>
      <dsp:spPr>
        <a:xfrm>
          <a:off x="0" y="823202"/>
          <a:ext cx="6190459" cy="6573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43E71F-EF85-4A7E-B025-6F2E21C26E73}">
      <dsp:nvSpPr>
        <dsp:cNvPr id="0" name=""/>
        <dsp:cNvSpPr/>
      </dsp:nvSpPr>
      <dsp:spPr>
        <a:xfrm>
          <a:off x="198841" y="971101"/>
          <a:ext cx="361530" cy="3615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7AEB02-6DFA-4C12-80CF-D6BDEF4915CC}">
      <dsp:nvSpPr>
        <dsp:cNvPr id="0" name=""/>
        <dsp:cNvSpPr/>
      </dsp:nvSpPr>
      <dsp:spPr>
        <a:xfrm>
          <a:off x="759213" y="823202"/>
          <a:ext cx="5431245" cy="657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67" tIns="69567" rIns="69567" bIns="6956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/>
            <a:t>Language Service: $2</a:t>
          </a:r>
          <a:endParaRPr lang="en-US" sz="1800" kern="1200" dirty="0"/>
        </a:p>
      </dsp:txBody>
      <dsp:txXfrm>
        <a:off x="759213" y="823202"/>
        <a:ext cx="5431245" cy="657327"/>
      </dsp:txXfrm>
    </dsp:sp>
    <dsp:sp modelId="{04BF6CB8-1092-4B3F-B513-95211E1A229D}">
      <dsp:nvSpPr>
        <dsp:cNvPr id="0" name=""/>
        <dsp:cNvSpPr/>
      </dsp:nvSpPr>
      <dsp:spPr>
        <a:xfrm>
          <a:off x="0" y="1644862"/>
          <a:ext cx="6190459" cy="6573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B8EF6C-A1FE-4B07-B690-CA4653C6D3ED}">
      <dsp:nvSpPr>
        <dsp:cNvPr id="0" name=""/>
        <dsp:cNvSpPr/>
      </dsp:nvSpPr>
      <dsp:spPr>
        <a:xfrm>
          <a:off x="198841" y="1792761"/>
          <a:ext cx="361530" cy="3615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9EB886-F41F-45BD-81FB-E2EB4F5DF39B}">
      <dsp:nvSpPr>
        <dsp:cNvPr id="0" name=""/>
        <dsp:cNvSpPr/>
      </dsp:nvSpPr>
      <dsp:spPr>
        <a:xfrm>
          <a:off x="759213" y="1644862"/>
          <a:ext cx="5431245" cy="657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67" tIns="69567" rIns="69567" bIns="6956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/>
            <a:t>Logic App: $0.38</a:t>
          </a:r>
          <a:endParaRPr lang="en-US" sz="1800" kern="1200" dirty="0"/>
        </a:p>
      </dsp:txBody>
      <dsp:txXfrm>
        <a:off x="759213" y="1644862"/>
        <a:ext cx="5431245" cy="657327"/>
      </dsp:txXfrm>
    </dsp:sp>
    <dsp:sp modelId="{7678C4F1-A484-4426-82F7-7F79A5F4144C}">
      <dsp:nvSpPr>
        <dsp:cNvPr id="0" name=""/>
        <dsp:cNvSpPr/>
      </dsp:nvSpPr>
      <dsp:spPr>
        <a:xfrm>
          <a:off x="0" y="2466522"/>
          <a:ext cx="6190459" cy="6573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62EA85-1BFD-4EBF-9FBC-89198F151124}">
      <dsp:nvSpPr>
        <dsp:cNvPr id="0" name=""/>
        <dsp:cNvSpPr/>
      </dsp:nvSpPr>
      <dsp:spPr>
        <a:xfrm>
          <a:off x="198841" y="2614421"/>
          <a:ext cx="361530" cy="3615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132357-062F-4D96-88B3-7212B15A1B76}">
      <dsp:nvSpPr>
        <dsp:cNvPr id="0" name=""/>
        <dsp:cNvSpPr/>
      </dsp:nvSpPr>
      <dsp:spPr>
        <a:xfrm>
          <a:off x="759213" y="2466522"/>
          <a:ext cx="5431245" cy="657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67" tIns="69567" rIns="69567" bIns="6956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/>
            <a:t>Cosmos DB: $23.36</a:t>
          </a:r>
          <a:endParaRPr lang="en-US" sz="1800" kern="1200" dirty="0"/>
        </a:p>
      </dsp:txBody>
      <dsp:txXfrm>
        <a:off x="759213" y="2466522"/>
        <a:ext cx="5431245" cy="657327"/>
      </dsp:txXfrm>
    </dsp:sp>
    <dsp:sp modelId="{6C0339E0-7F74-423D-B3D8-3FEEE26A98E3}">
      <dsp:nvSpPr>
        <dsp:cNvPr id="0" name=""/>
        <dsp:cNvSpPr/>
      </dsp:nvSpPr>
      <dsp:spPr>
        <a:xfrm>
          <a:off x="0" y="3288182"/>
          <a:ext cx="6190459" cy="6573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C98FA8-449A-4CEA-89A9-118EB80C9009}">
      <dsp:nvSpPr>
        <dsp:cNvPr id="0" name=""/>
        <dsp:cNvSpPr/>
      </dsp:nvSpPr>
      <dsp:spPr>
        <a:xfrm>
          <a:off x="198841" y="3436081"/>
          <a:ext cx="361530" cy="36153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45A095-91C4-4BE8-A1FB-22180A674A21}">
      <dsp:nvSpPr>
        <dsp:cNvPr id="0" name=""/>
        <dsp:cNvSpPr/>
      </dsp:nvSpPr>
      <dsp:spPr>
        <a:xfrm>
          <a:off x="759213" y="3288182"/>
          <a:ext cx="5431245" cy="657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67" tIns="69567" rIns="69567" bIns="6956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/>
            <a:t>Total: $25.74 (Estimated)</a:t>
          </a:r>
          <a:endParaRPr lang="en-US" sz="1800" kern="1200" dirty="0"/>
        </a:p>
      </dsp:txBody>
      <dsp:txXfrm>
        <a:off x="759213" y="3288182"/>
        <a:ext cx="5431245" cy="657327"/>
      </dsp:txXfrm>
    </dsp:sp>
    <dsp:sp modelId="{8C3B2CA3-71FA-4460-AAC7-C6C4F06EA48E}">
      <dsp:nvSpPr>
        <dsp:cNvPr id="0" name=""/>
        <dsp:cNvSpPr/>
      </dsp:nvSpPr>
      <dsp:spPr>
        <a:xfrm>
          <a:off x="0" y="4109842"/>
          <a:ext cx="6190459" cy="6573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FD2343-0766-4625-9FC1-E02AFBA07511}">
      <dsp:nvSpPr>
        <dsp:cNvPr id="0" name=""/>
        <dsp:cNvSpPr/>
      </dsp:nvSpPr>
      <dsp:spPr>
        <a:xfrm>
          <a:off x="198841" y="4257741"/>
          <a:ext cx="361530" cy="36153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D1EC2D-8E09-4C39-8490-2DC7B7ABF7DC}">
      <dsp:nvSpPr>
        <dsp:cNvPr id="0" name=""/>
        <dsp:cNvSpPr/>
      </dsp:nvSpPr>
      <dsp:spPr>
        <a:xfrm>
          <a:off x="759213" y="4109842"/>
          <a:ext cx="5431245" cy="657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67" tIns="69567" rIns="69567" bIns="6956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/>
            <a:t>Total with POWER BI license 40.74$ (Estimated)</a:t>
          </a:r>
          <a:endParaRPr lang="en-US" sz="1800" kern="1200"/>
        </a:p>
      </dsp:txBody>
      <dsp:txXfrm>
        <a:off x="759213" y="4109842"/>
        <a:ext cx="5431245" cy="6573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2DED84-DDDF-4920-A5CB-C9143B484936}">
      <dsp:nvSpPr>
        <dsp:cNvPr id="0" name=""/>
        <dsp:cNvSpPr/>
      </dsp:nvSpPr>
      <dsp:spPr>
        <a:xfrm>
          <a:off x="0" y="347431"/>
          <a:ext cx="6190459" cy="5276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 dirty="0"/>
            <a:t>API &amp; endpoint hardening</a:t>
          </a:r>
          <a:endParaRPr lang="en-US" sz="2200" kern="1200" dirty="0"/>
        </a:p>
      </dsp:txBody>
      <dsp:txXfrm>
        <a:off x="25759" y="373190"/>
        <a:ext cx="6138941" cy="476152"/>
      </dsp:txXfrm>
    </dsp:sp>
    <dsp:sp modelId="{A2708AAC-B642-4A84-9F5F-8137F0710969}">
      <dsp:nvSpPr>
        <dsp:cNvPr id="0" name=""/>
        <dsp:cNvSpPr/>
      </dsp:nvSpPr>
      <dsp:spPr>
        <a:xfrm>
          <a:off x="0" y="938461"/>
          <a:ext cx="6190459" cy="527670"/>
        </a:xfrm>
        <a:prstGeom prst="roundRect">
          <a:avLst/>
        </a:prstGeom>
        <a:solidFill>
          <a:schemeClr val="accent2">
            <a:hueOff val="-1459072"/>
            <a:satOff val="-1317"/>
            <a:lumOff val="-29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 dirty="0"/>
            <a:t>Data protection &amp; governance</a:t>
          </a:r>
          <a:endParaRPr lang="en-US" sz="2200" kern="1200" dirty="0"/>
        </a:p>
      </dsp:txBody>
      <dsp:txXfrm>
        <a:off x="25759" y="964220"/>
        <a:ext cx="6138941" cy="476152"/>
      </dsp:txXfrm>
    </dsp:sp>
    <dsp:sp modelId="{D34D7AC0-EEB3-40D1-8050-306CFBEE828D}">
      <dsp:nvSpPr>
        <dsp:cNvPr id="0" name=""/>
        <dsp:cNvSpPr/>
      </dsp:nvSpPr>
      <dsp:spPr>
        <a:xfrm>
          <a:off x="0" y="1529491"/>
          <a:ext cx="6190459" cy="527670"/>
        </a:xfrm>
        <a:prstGeom prst="roundRect">
          <a:avLst/>
        </a:prstGeom>
        <a:solidFill>
          <a:schemeClr val="accent2">
            <a:hueOff val="-2918144"/>
            <a:satOff val="-2633"/>
            <a:lumOff val="-58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 dirty="0"/>
            <a:t>Power BI security</a:t>
          </a:r>
          <a:endParaRPr lang="en-US" sz="2200" kern="1200" dirty="0"/>
        </a:p>
      </dsp:txBody>
      <dsp:txXfrm>
        <a:off x="25759" y="1555250"/>
        <a:ext cx="6138941" cy="476152"/>
      </dsp:txXfrm>
    </dsp:sp>
    <dsp:sp modelId="{17CE2221-AC16-47BD-AAAD-628A84D79F18}">
      <dsp:nvSpPr>
        <dsp:cNvPr id="0" name=""/>
        <dsp:cNvSpPr/>
      </dsp:nvSpPr>
      <dsp:spPr>
        <a:xfrm>
          <a:off x="0" y="2120521"/>
          <a:ext cx="6190459" cy="527670"/>
        </a:xfrm>
        <a:prstGeom prst="roundRect">
          <a:avLst/>
        </a:prstGeom>
        <a:solidFill>
          <a:schemeClr val="accent2">
            <a:hueOff val="-4377215"/>
            <a:satOff val="-3950"/>
            <a:lumOff val="-88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 dirty="0"/>
            <a:t>Monitoring, alerting, and incident response</a:t>
          </a:r>
          <a:endParaRPr lang="en-US" sz="2200" kern="1200" dirty="0"/>
        </a:p>
      </dsp:txBody>
      <dsp:txXfrm>
        <a:off x="25759" y="2146280"/>
        <a:ext cx="6138941" cy="476152"/>
      </dsp:txXfrm>
    </dsp:sp>
    <dsp:sp modelId="{9832FE91-2061-439D-B25F-BAA1D8365AEC}">
      <dsp:nvSpPr>
        <dsp:cNvPr id="0" name=""/>
        <dsp:cNvSpPr/>
      </dsp:nvSpPr>
      <dsp:spPr>
        <a:xfrm>
          <a:off x="0" y="2711551"/>
          <a:ext cx="6190459" cy="527670"/>
        </a:xfrm>
        <a:prstGeom prst="roundRect">
          <a:avLst/>
        </a:prstGeom>
        <a:solidFill>
          <a:schemeClr val="accent2">
            <a:hueOff val="-5836287"/>
            <a:satOff val="-5267"/>
            <a:lumOff val="-117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 dirty="0"/>
            <a:t>Network isolation</a:t>
          </a:r>
          <a:endParaRPr lang="en-US" sz="2200" kern="1200" dirty="0"/>
        </a:p>
      </dsp:txBody>
      <dsp:txXfrm>
        <a:off x="25759" y="2737310"/>
        <a:ext cx="6138941" cy="476152"/>
      </dsp:txXfrm>
    </dsp:sp>
    <dsp:sp modelId="{14F2846C-D0E8-44DB-A845-DDA99D4B46AE}">
      <dsp:nvSpPr>
        <dsp:cNvPr id="0" name=""/>
        <dsp:cNvSpPr/>
      </dsp:nvSpPr>
      <dsp:spPr>
        <a:xfrm>
          <a:off x="0" y="3302581"/>
          <a:ext cx="6190459" cy="527670"/>
        </a:xfrm>
        <a:prstGeom prst="roundRect">
          <a:avLst/>
        </a:prstGeom>
        <a:solidFill>
          <a:schemeClr val="accent2">
            <a:hueOff val="-7295359"/>
            <a:satOff val="-6583"/>
            <a:lumOff val="-146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 dirty="0"/>
            <a:t>Identity &amp; access</a:t>
          </a:r>
          <a:endParaRPr lang="en-US" sz="2200" kern="1200" dirty="0"/>
        </a:p>
      </dsp:txBody>
      <dsp:txXfrm>
        <a:off x="25759" y="3328340"/>
        <a:ext cx="6138941" cy="476152"/>
      </dsp:txXfrm>
    </dsp:sp>
    <dsp:sp modelId="{34DACC8E-DC9B-480F-8E02-65E218295A47}">
      <dsp:nvSpPr>
        <dsp:cNvPr id="0" name=""/>
        <dsp:cNvSpPr/>
      </dsp:nvSpPr>
      <dsp:spPr>
        <a:xfrm>
          <a:off x="0" y="3893611"/>
          <a:ext cx="6190459" cy="527670"/>
        </a:xfrm>
        <a:prstGeom prst="roundRect">
          <a:avLst/>
        </a:prstGeom>
        <a:solidFill>
          <a:schemeClr val="accent2">
            <a:hueOff val="-8754431"/>
            <a:satOff val="-7900"/>
            <a:lumOff val="-176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/>
            <a:t>Reliability</a:t>
          </a:r>
          <a:endParaRPr lang="en-US" sz="2200" kern="1200"/>
        </a:p>
      </dsp:txBody>
      <dsp:txXfrm>
        <a:off x="25759" y="3919370"/>
        <a:ext cx="6138941" cy="4761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C2DCA-FC24-43EF-911B-9314EEE0F8C6}" type="datetimeFigureOut">
              <a:rPr lang="en-CA" smtClean="0"/>
              <a:t>2025-11-05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2A667C-9D31-4FEF-B4D5-B9638EC064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0884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A667C-9D31-4FEF-B4D5-B9638EC0649A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1119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474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79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105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087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5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10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527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899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583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9641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1736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887653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3106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634664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75403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425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842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7F45AC6-C491-4585-A584-9CE2AF7D5500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7236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  <p:sldLayoutId id="2147483810" r:id="rId14"/>
    <p:sldLayoutId id="2147483811" r:id="rId15"/>
    <p:sldLayoutId id="2147483812" r:id="rId16"/>
    <p:sldLayoutId id="214748381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nnarsa.documents.azure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10.png"/><Relationship Id="rId18" Type="http://schemas.openxmlformats.org/officeDocument/2006/relationships/image" Target="../media/image26.sv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4.svg"/><Relationship Id="rId20" Type="http://schemas.openxmlformats.org/officeDocument/2006/relationships/image" Target="../media/image2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20.png"/><Relationship Id="rId5" Type="http://schemas.openxmlformats.org/officeDocument/2006/relationships/image" Target="../media/image6.png"/><Relationship Id="rId15" Type="http://schemas.openxmlformats.org/officeDocument/2006/relationships/image" Target="../media/image23.png"/><Relationship Id="rId10" Type="http://schemas.openxmlformats.org/officeDocument/2006/relationships/image" Target="../media/image19.svg"/><Relationship Id="rId19" Type="http://schemas.openxmlformats.org/officeDocument/2006/relationships/image" Target="../media/image27.png"/><Relationship Id="rId4" Type="http://schemas.openxmlformats.org/officeDocument/2006/relationships/image" Target="../media/image15.svg"/><Relationship Id="rId9" Type="http://schemas.openxmlformats.org/officeDocument/2006/relationships/image" Target="../media/image18.png"/><Relationship Id="rId14" Type="http://schemas.openxmlformats.org/officeDocument/2006/relationships/image" Target="../media/image2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C5BDD1EA-D8C1-45AF-9F0A-14A2A137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0C519B-8B1E-11B4-A767-D2F1193C0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1924" y="-246081"/>
            <a:ext cx="3971902" cy="3028983"/>
          </a:xfrm>
        </p:spPr>
        <p:txBody>
          <a:bodyPr>
            <a:normAutofit/>
          </a:bodyPr>
          <a:lstStyle/>
          <a:p>
            <a:r>
              <a:rPr lang="en-CA" dirty="0"/>
              <a:t>Sentiment </a:t>
            </a:r>
            <a:r>
              <a:rPr lang="en-CA" dirty="0" err="1"/>
              <a:t>DashBoard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60982-10CD-DA4D-5FCD-EC785B0CD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1924" y="2881868"/>
            <a:ext cx="3764841" cy="1564744"/>
          </a:xfrm>
        </p:spPr>
        <p:txBody>
          <a:bodyPr>
            <a:normAutofit fontScale="92500" lnSpcReduction="10000"/>
          </a:bodyPr>
          <a:lstStyle/>
          <a:p>
            <a:r>
              <a:rPr lang="en-CA" b="1" dirty="0"/>
              <a:t>Seneca College – CSP451NIA</a:t>
            </a:r>
          </a:p>
          <a:p>
            <a:r>
              <a:rPr lang="en-CA" b="1" dirty="0"/>
              <a:t>Region: Canada East</a:t>
            </a:r>
          </a:p>
          <a:p>
            <a:r>
              <a:rPr lang="en-CA" b="1" dirty="0"/>
              <a:t>Date: November 7, 2025</a:t>
            </a:r>
          </a:p>
          <a:p>
            <a:r>
              <a:rPr lang="en-CA" b="1" dirty="0"/>
              <a:t>Nicholas Narsa</a:t>
            </a:r>
          </a:p>
        </p:txBody>
      </p:sp>
      <p:sp>
        <p:nvSpPr>
          <p:cNvPr id="69" name="Snip Diagonal Corner Rectangle 6">
            <a:extLst>
              <a:ext uri="{FF2B5EF4-FFF2-40B4-BE49-F238E27FC236}">
                <a16:creationId xmlns:a16="http://schemas.microsoft.com/office/drawing/2014/main" id="{14354E08-0068-48D7-A8AD-84C7B1CF5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6575496" cy="5286838"/>
          </a:xfrm>
          <a:prstGeom prst="snip2DiagRect">
            <a:avLst>
              <a:gd name="adj1" fmla="val 10787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779F34F-2960-4B81-BA08-445B6F6A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0A57ACC-416F-4A5D-B7F7-DDA9886A3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6522B4F-50C4-4FCE-8AE2-3789D63E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C3978FC-B5D1-42BE-B086-BC2A733D58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CED99F1-340D-4970-8E66-3B28E92711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0A54E39-63C0-4847-A766-C6B74FEB48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654B0006-B955-B335-C6F2-E4EAFA07E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450" y="1253811"/>
            <a:ext cx="5987592" cy="367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128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C33F367-76E5-4D2A-96B1-4FD443CDD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nip Diagonal Corner Rectangle 21">
            <a:extLst>
              <a:ext uri="{FF2B5EF4-FFF2-40B4-BE49-F238E27FC236}">
                <a16:creationId xmlns:a16="http://schemas.microsoft.com/office/drawing/2014/main" id="{6F769419-3E73-449D-B62A-0CDEC946A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8129873" cy="6858002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6515200-42F9-488F-9895-6CDBCD1E8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3185F0E-78D5-4C2D-9239-D3515B448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BD9142-FF9C-4EED-A027-18D095481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2F547D3-9752-4481-B3A8-50E08610B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999C2F-3D0D-4813-9696-83630A6FE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737390-C9CA-456B-9F40-D7A76EA24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146F3C-90D2-C7A1-0710-D14D624ED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8661" y="941424"/>
            <a:ext cx="3043896" cy="3248611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2EF16C-D55F-B0D2-1B7B-971C018616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9161345"/>
              </p:ext>
            </p:extLst>
          </p:nvPr>
        </p:nvGraphicFramePr>
        <p:xfrm>
          <a:off x="940645" y="941424"/>
          <a:ext cx="6190459" cy="4768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79AD50-CF9D-4917-3E0B-912DCC0F2245}"/>
              </a:ext>
            </a:extLst>
          </p:cNvPr>
          <p:cNvSpPr/>
          <p:nvPr/>
        </p:nvSpPr>
        <p:spPr>
          <a:xfrm>
            <a:off x="940644" y="5916576"/>
            <a:ext cx="6190459" cy="793543"/>
          </a:xfrm>
          <a:prstGeom prst="roundRect">
            <a:avLst>
              <a:gd name="adj" fmla="val 10000"/>
            </a:avLst>
          </a:prstGeom>
          <a:solidFill>
            <a:schemeClr val="accent5">
              <a:lumMod val="75000"/>
            </a:scheme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CA" sz="1400" dirty="0">
              <a:solidFill>
                <a:schemeClr val="bg1"/>
              </a:solidFill>
            </a:endParaRPr>
          </a:p>
          <a:p>
            <a:r>
              <a:rPr lang="en-CA" sz="1400" dirty="0">
                <a:solidFill>
                  <a:schemeClr val="bg1"/>
                </a:solidFill>
              </a:rPr>
              <a:t>		</a:t>
            </a:r>
            <a:r>
              <a:rPr lang="en-CA" sz="1400" b="1" dirty="0">
                <a:solidFill>
                  <a:schemeClr val="bg1"/>
                </a:solidFill>
              </a:rPr>
              <a:t>Power BI:</a:t>
            </a:r>
            <a:r>
              <a:rPr lang="en-CA" sz="1400" dirty="0">
                <a:solidFill>
                  <a:schemeClr val="bg1"/>
                </a:solidFill>
              </a:rPr>
              <a:t> Displays Key Information</a:t>
            </a:r>
          </a:p>
        </p:txBody>
      </p:sp>
      <p:pic>
        <p:nvPicPr>
          <p:cNvPr id="8" name="Graphic 7" descr="Bar chart with solid fill">
            <a:extLst>
              <a:ext uri="{FF2B5EF4-FFF2-40B4-BE49-F238E27FC236}">
                <a16:creationId xmlns:a16="http://schemas.microsoft.com/office/drawing/2014/main" id="{87FD08B1-BF76-AFC3-07FE-CBC783BDCA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1664" y="6015597"/>
            <a:ext cx="595500" cy="5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84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F359-EA27-3B70-FE60-0A3E80534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Endpoints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2FF68-F09C-1FAB-EC10-39C21A1C0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10745788" cy="3615267"/>
          </a:xfrm>
        </p:spPr>
        <p:txBody>
          <a:bodyPr/>
          <a:lstStyle/>
          <a:p>
            <a:r>
              <a:rPr lang="en-CA" b="1" dirty="0"/>
              <a:t>Language Service</a:t>
            </a:r>
            <a:r>
              <a:rPr lang="en-CA" dirty="0"/>
              <a:t>: https://nnarsa-presentation.cognitiveservices.azure.com/ with two API calls</a:t>
            </a:r>
          </a:p>
          <a:p>
            <a:pPr marL="0" indent="0">
              <a:buNone/>
            </a:pPr>
            <a:r>
              <a:rPr lang="en-CA" dirty="0"/>
              <a:t>text/analytics/v3.1/sentiment    (Post)</a:t>
            </a:r>
          </a:p>
          <a:p>
            <a:pPr marL="0" indent="0">
              <a:buNone/>
            </a:pPr>
            <a:r>
              <a:rPr lang="en-CA" dirty="0"/>
              <a:t>text/analytics/v3.1/keyPhrases  (Post)</a:t>
            </a:r>
          </a:p>
          <a:p>
            <a:r>
              <a:rPr lang="en-CA" b="1" dirty="0" err="1"/>
              <a:t>CosmosDB</a:t>
            </a:r>
            <a:r>
              <a:rPr lang="en-CA" dirty="0"/>
              <a:t> : </a:t>
            </a:r>
            <a:r>
              <a:rPr lang="en-CA" dirty="0">
                <a:hlinkClick r:id="rId2"/>
              </a:rPr>
              <a:t>https://nnarsa.documents.azure.com:443/</a:t>
            </a:r>
            <a:endParaRPr lang="en-CA" dirty="0"/>
          </a:p>
          <a:p>
            <a:r>
              <a:rPr lang="en-CA" b="1" dirty="0"/>
              <a:t>Logic App Trigger URL</a:t>
            </a:r>
          </a:p>
          <a:p>
            <a:r>
              <a:rPr lang="en-CA" b="1" dirty="0"/>
              <a:t>Power BI REST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36621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512F9CB-A1A0-4043-A103-F6A4B94B6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BE6588-EE16-4389-857C-86A156D49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FD48D2-B0A7-413D-B947-AA55AC129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BE668D0-D906-4EEE-B32F-8C028624B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1DE67A3-B8F6-4CFD-A8E0-D15200F23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62362DE-7747-4D8B-99FA-8E36F0B15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92A431-8531-A41E-B04F-3F924D00C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2151" y="-1883522"/>
            <a:ext cx="6368858" cy="30289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Architecture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148896E0-C289-FB8D-9458-3188F69B7D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633" y="1264416"/>
            <a:ext cx="4004489" cy="4004489"/>
          </a:xfrm>
          <a:prstGeom prst="rect">
            <a:avLst/>
          </a:prstGeom>
          <a:ln w="15875"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25123E6E-F713-4254-A6BF-358CC8EC6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F690FE0-5412-4598-8AD6-769BB36E2C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4850BB6-6709-408E-BEFD-24DC5E3C2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A03B410-983E-40D8-A4EA-2BB747CB0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2B92421-6A58-4A51-AB7D-B97EA85E3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D092B0B-C6FB-4CDC-ABE8-5C817CAC69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D53AC7-F9C8-1854-3166-74E034E5614D}"/>
              </a:ext>
            </a:extLst>
          </p:cNvPr>
          <p:cNvSpPr/>
          <p:nvPr/>
        </p:nvSpPr>
        <p:spPr>
          <a:xfrm>
            <a:off x="5079395" y="1220106"/>
            <a:ext cx="6070248" cy="793543"/>
          </a:xfrm>
          <a:prstGeom prst="roundRect">
            <a:avLst>
              <a:gd name="adj" fmla="val 10000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CA" dirty="0"/>
          </a:p>
          <a:p>
            <a:r>
              <a:rPr lang="en-CA" dirty="0"/>
              <a:t>				</a:t>
            </a:r>
            <a:r>
              <a:rPr lang="en-CA" b="1" dirty="0">
                <a:solidFill>
                  <a:schemeClr val="bg1"/>
                </a:solidFill>
              </a:rPr>
              <a:t>Client submits review</a:t>
            </a:r>
          </a:p>
        </p:txBody>
      </p:sp>
      <p:sp>
        <p:nvSpPr>
          <p:cNvPr id="8" name="Rectangle 7" descr="User">
            <a:extLst>
              <a:ext uri="{FF2B5EF4-FFF2-40B4-BE49-F238E27FC236}">
                <a16:creationId xmlns:a16="http://schemas.microsoft.com/office/drawing/2014/main" id="{875C1556-6E73-AC20-3600-5E77FDFE6981}"/>
              </a:ext>
            </a:extLst>
          </p:cNvPr>
          <p:cNvSpPr/>
          <p:nvPr/>
        </p:nvSpPr>
        <p:spPr>
          <a:xfrm>
            <a:off x="6449917" y="1465694"/>
            <a:ext cx="436449" cy="436449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299AB42-ED8D-06BA-59D3-A1F9B861A897}"/>
              </a:ext>
            </a:extLst>
          </p:cNvPr>
          <p:cNvSpPr/>
          <p:nvPr/>
        </p:nvSpPr>
        <p:spPr>
          <a:xfrm>
            <a:off x="5077951" y="2159979"/>
            <a:ext cx="3143504" cy="1387307"/>
          </a:xfrm>
          <a:prstGeom prst="roundRect">
            <a:avLst>
              <a:gd name="adj" fmla="val 10000"/>
            </a:avLst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CA" dirty="0"/>
          </a:p>
          <a:p>
            <a:r>
              <a:rPr lang="en-CA" b="1" dirty="0">
                <a:solidFill>
                  <a:schemeClr val="bg1"/>
                </a:solidFill>
              </a:rPr>
              <a:t>         Azure Cognitive Services Text Analytics obtains sentiment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C419D9C-93ED-18D3-B203-07408BBB6C51}"/>
              </a:ext>
            </a:extLst>
          </p:cNvPr>
          <p:cNvSpPr/>
          <p:nvPr/>
        </p:nvSpPr>
        <p:spPr>
          <a:xfrm>
            <a:off x="8356693" y="2159979"/>
            <a:ext cx="2831901" cy="1405903"/>
          </a:xfrm>
          <a:prstGeom prst="roundRect">
            <a:avLst>
              <a:gd name="adj" fmla="val 10000"/>
            </a:avLst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CA" sz="1400" dirty="0">
              <a:solidFill>
                <a:schemeClr val="bg1"/>
              </a:solidFill>
            </a:endParaRPr>
          </a:p>
          <a:p>
            <a:r>
              <a:rPr lang="en-CA" b="1" dirty="0">
                <a:solidFill>
                  <a:schemeClr val="bg1"/>
                </a:solidFill>
              </a:rPr>
              <a:t>Azure Cognitive Services Text Analytics obtains key phrases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55C24C1-2101-03D8-3D31-FF8392883BD5}"/>
              </a:ext>
            </a:extLst>
          </p:cNvPr>
          <p:cNvSpPr/>
          <p:nvPr/>
        </p:nvSpPr>
        <p:spPr>
          <a:xfrm>
            <a:off x="5078685" y="3650549"/>
            <a:ext cx="6118822" cy="587876"/>
          </a:xfrm>
          <a:prstGeom prst="roundRect">
            <a:avLst>
              <a:gd name="adj" fmla="val 10000"/>
            </a:avLst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r>
              <a:rPr lang="en-CA" sz="1400" dirty="0"/>
              <a:t>	</a:t>
            </a:r>
            <a:r>
              <a:rPr lang="en-CA" sz="1400" b="1" dirty="0">
                <a:solidFill>
                  <a:schemeClr val="bg1"/>
                </a:solidFill>
              </a:rPr>
              <a:t>Compose result { text, sentiment, confidenceScores, 	keyPhrases, createdAt, ... } to store into database</a:t>
            </a:r>
          </a:p>
          <a:p>
            <a:endParaRPr lang="en-CA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B595E71-309E-D62D-C093-C54F08664550}"/>
              </a:ext>
            </a:extLst>
          </p:cNvPr>
          <p:cNvSpPr/>
          <p:nvPr/>
        </p:nvSpPr>
        <p:spPr>
          <a:xfrm rot="5400000">
            <a:off x="9948085" y="3543782"/>
            <a:ext cx="3561147" cy="793543"/>
          </a:xfrm>
          <a:prstGeom prst="roundRect">
            <a:avLst>
              <a:gd name="adj" fmla="val 10000"/>
            </a:avLst>
          </a:prstGeom>
          <a:solidFill>
            <a:srgbClr val="FFFF00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r>
              <a:rPr lang="en-CA" dirty="0"/>
              <a:t>	</a:t>
            </a:r>
          </a:p>
          <a:p>
            <a:r>
              <a:rPr lang="en-CA" dirty="0"/>
              <a:t>			</a:t>
            </a:r>
            <a:r>
              <a:rPr lang="en-CA" b="1" dirty="0">
                <a:solidFill>
                  <a:schemeClr val="bg1"/>
                </a:solidFill>
              </a:rPr>
              <a:t>Logic App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24F92FD-AC98-EDE0-51C9-61C414768485}"/>
              </a:ext>
            </a:extLst>
          </p:cNvPr>
          <p:cNvSpPr/>
          <p:nvPr/>
        </p:nvSpPr>
        <p:spPr>
          <a:xfrm>
            <a:off x="5078685" y="4365124"/>
            <a:ext cx="6118822" cy="587876"/>
          </a:xfrm>
          <a:prstGeom prst="roundRect">
            <a:avLst>
              <a:gd name="adj" fmla="val 10000"/>
            </a:avLst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r>
              <a:rPr lang="en-CA" sz="1400" dirty="0"/>
              <a:t>				</a:t>
            </a:r>
          </a:p>
          <a:p>
            <a:r>
              <a:rPr lang="en-CA" sz="1400" dirty="0">
                <a:solidFill>
                  <a:schemeClr val="bg1"/>
                </a:solidFill>
              </a:rPr>
              <a:t>				</a:t>
            </a:r>
            <a:r>
              <a:rPr lang="en-CA" sz="1400" b="1" dirty="0">
                <a:solidFill>
                  <a:schemeClr val="bg1"/>
                </a:solidFill>
              </a:rPr>
              <a:t>Cosmos DB stores results</a:t>
            </a:r>
          </a:p>
          <a:p>
            <a:endParaRPr lang="en-CA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222F1AB-D9D6-2A44-6B03-ECE9359E22F3}"/>
              </a:ext>
            </a:extLst>
          </p:cNvPr>
          <p:cNvSpPr/>
          <p:nvPr/>
        </p:nvSpPr>
        <p:spPr>
          <a:xfrm>
            <a:off x="5078685" y="5914795"/>
            <a:ext cx="6118822" cy="587876"/>
          </a:xfrm>
          <a:prstGeom prst="roundRect">
            <a:avLst>
              <a:gd name="adj" fmla="val 10000"/>
            </a:avLst>
          </a:prstGeom>
          <a:solidFill>
            <a:srgbClr val="FFC000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r>
              <a:rPr lang="en-CA" sz="1400" dirty="0"/>
              <a:t>				</a:t>
            </a:r>
            <a:endParaRPr lang="en-CA" sz="1400" b="1" dirty="0"/>
          </a:p>
          <a:p>
            <a:r>
              <a:rPr lang="en-CA" sz="1400" b="1" dirty="0">
                <a:solidFill>
                  <a:schemeClr val="bg1"/>
                </a:solidFill>
              </a:rPr>
              <a:t>				Power BI presents results</a:t>
            </a:r>
          </a:p>
          <a:p>
            <a:endParaRPr lang="en-CA" dirty="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811509C1-AA6D-02B4-3219-4B60E03FC4FD}"/>
              </a:ext>
            </a:extLst>
          </p:cNvPr>
          <p:cNvSpPr/>
          <p:nvPr/>
        </p:nvSpPr>
        <p:spPr>
          <a:xfrm>
            <a:off x="7866708" y="3328135"/>
            <a:ext cx="823827" cy="3539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E7CA78BC-ABF0-2369-293B-3512A2F38FE7}"/>
              </a:ext>
            </a:extLst>
          </p:cNvPr>
          <p:cNvSpPr/>
          <p:nvPr/>
        </p:nvSpPr>
        <p:spPr>
          <a:xfrm>
            <a:off x="7850716" y="1975976"/>
            <a:ext cx="823827" cy="3539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7A3B38A9-3F5E-1546-63F1-46FFA1EB7BF4}"/>
              </a:ext>
            </a:extLst>
          </p:cNvPr>
          <p:cNvSpPr/>
          <p:nvPr/>
        </p:nvSpPr>
        <p:spPr>
          <a:xfrm>
            <a:off x="7866708" y="4197783"/>
            <a:ext cx="823827" cy="3539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33" name="Content Placeholder 32" descr="Pie chart with solid fill">
            <a:extLst>
              <a:ext uri="{FF2B5EF4-FFF2-40B4-BE49-F238E27FC236}">
                <a16:creationId xmlns:a16="http://schemas.microsoft.com/office/drawing/2014/main" id="{AA6D7A8C-3E98-B872-0AF7-6511DEED23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8490" y="5914795"/>
            <a:ext cx="587876" cy="587876"/>
          </a:xfrm>
        </p:spPr>
      </p:pic>
      <p:pic>
        <p:nvPicPr>
          <p:cNvPr id="35" name="Graphic 34" descr="Chat bubble with solid fill">
            <a:extLst>
              <a:ext uri="{FF2B5EF4-FFF2-40B4-BE49-F238E27FC236}">
                <a16:creationId xmlns:a16="http://schemas.microsoft.com/office/drawing/2014/main" id="{BF6BB406-CDDE-5DE6-71F5-464567802B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75241" y="2104825"/>
            <a:ext cx="719668" cy="719668"/>
          </a:xfrm>
          <a:prstGeom prst="rect">
            <a:avLst/>
          </a:prstGeom>
        </p:spPr>
      </p:pic>
      <p:pic>
        <p:nvPicPr>
          <p:cNvPr id="37" name="Graphic 36" descr="Chat bubble with solid fill">
            <a:extLst>
              <a:ext uri="{FF2B5EF4-FFF2-40B4-BE49-F238E27FC236}">
                <a16:creationId xmlns:a16="http://schemas.microsoft.com/office/drawing/2014/main" id="{94F7CD0D-EEBA-643A-AFC9-594C091C793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08308" y="2064251"/>
            <a:ext cx="793543" cy="793543"/>
          </a:xfrm>
          <a:prstGeom prst="rect">
            <a:avLst/>
          </a:prstGeom>
        </p:spPr>
      </p:pic>
      <p:pic>
        <p:nvPicPr>
          <p:cNvPr id="39" name="Graphic 38" descr="Database with solid fill">
            <a:extLst>
              <a:ext uri="{FF2B5EF4-FFF2-40B4-BE49-F238E27FC236}">
                <a16:creationId xmlns:a16="http://schemas.microsoft.com/office/drawing/2014/main" id="{444ABAA2-3A63-194C-AB22-43DEB48D1AB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73573" y="4359378"/>
            <a:ext cx="637710" cy="637710"/>
          </a:xfrm>
          <a:prstGeom prst="rect">
            <a:avLst/>
          </a:prstGeom>
        </p:spPr>
      </p:pic>
      <p:pic>
        <p:nvPicPr>
          <p:cNvPr id="41" name="Graphic 40" descr="Document with solid fill">
            <a:extLst>
              <a:ext uri="{FF2B5EF4-FFF2-40B4-BE49-F238E27FC236}">
                <a16:creationId xmlns:a16="http://schemas.microsoft.com/office/drawing/2014/main" id="{D7A3113C-846F-A919-2A52-FE81A7AF828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13449" y="3658786"/>
            <a:ext cx="567892" cy="567892"/>
          </a:xfrm>
          <a:prstGeom prst="rect">
            <a:avLst/>
          </a:prstGeom>
        </p:spPr>
      </p:pic>
      <p:pic>
        <p:nvPicPr>
          <p:cNvPr id="43" name="Graphic 42" descr="Lightbulb with solid fill">
            <a:extLst>
              <a:ext uri="{FF2B5EF4-FFF2-40B4-BE49-F238E27FC236}">
                <a16:creationId xmlns:a16="http://schemas.microsoft.com/office/drawing/2014/main" id="{CE7D6059-DCAE-C448-DB87-0D730FBEB81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5400000">
            <a:off x="11349430" y="2764244"/>
            <a:ext cx="758457" cy="758457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4B03BE-E838-7EA0-8CAE-20F1EBF392A8}"/>
              </a:ext>
            </a:extLst>
          </p:cNvPr>
          <p:cNvSpPr/>
          <p:nvPr/>
        </p:nvSpPr>
        <p:spPr>
          <a:xfrm>
            <a:off x="5078685" y="5133250"/>
            <a:ext cx="6118822" cy="587876"/>
          </a:xfrm>
          <a:prstGeom prst="roundRect">
            <a:avLst>
              <a:gd name="adj" fmla="val 10000"/>
            </a:avLst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r>
              <a:rPr lang="en-CA" sz="1400" dirty="0"/>
              <a:t>				</a:t>
            </a:r>
          </a:p>
          <a:p>
            <a:r>
              <a:rPr lang="en-CA" sz="1400" dirty="0">
                <a:solidFill>
                  <a:schemeClr val="bg1"/>
                </a:solidFill>
              </a:rPr>
              <a:t>				</a:t>
            </a:r>
            <a:r>
              <a:rPr lang="en-CA" sz="1400" b="1" dirty="0">
                <a:solidFill>
                  <a:schemeClr val="bg1"/>
                </a:solidFill>
              </a:rPr>
              <a:t>Refresh the database for Power BI</a:t>
            </a:r>
          </a:p>
          <a:p>
            <a:endParaRPr lang="en-CA" dirty="0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9C197EF3-FFD4-FAF7-34BA-9D8388E52757}"/>
              </a:ext>
            </a:extLst>
          </p:cNvPr>
          <p:cNvSpPr/>
          <p:nvPr/>
        </p:nvSpPr>
        <p:spPr>
          <a:xfrm>
            <a:off x="7864012" y="4912290"/>
            <a:ext cx="823827" cy="3539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32" name="Graphic 31" descr="Repeat with solid fill">
            <a:extLst>
              <a:ext uri="{FF2B5EF4-FFF2-40B4-BE49-F238E27FC236}">
                <a16:creationId xmlns:a16="http://schemas.microsoft.com/office/drawing/2014/main" id="{99740A48-7819-CEF5-A4FC-CA19F34304A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15892" y="5160309"/>
            <a:ext cx="560817" cy="560817"/>
          </a:xfrm>
          <a:prstGeom prst="rect">
            <a:avLst/>
          </a:prstGeom>
        </p:spPr>
      </p:pic>
      <p:sp>
        <p:nvSpPr>
          <p:cNvPr id="34" name="Arrow: Down 33">
            <a:extLst>
              <a:ext uri="{FF2B5EF4-FFF2-40B4-BE49-F238E27FC236}">
                <a16:creationId xmlns:a16="http://schemas.microsoft.com/office/drawing/2014/main" id="{803FB915-D7A8-38F6-1574-6185972400F2}"/>
              </a:ext>
            </a:extLst>
          </p:cNvPr>
          <p:cNvSpPr/>
          <p:nvPr/>
        </p:nvSpPr>
        <p:spPr>
          <a:xfrm>
            <a:off x="7864012" y="5692476"/>
            <a:ext cx="823827" cy="3539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1852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4C5530E-85F5-4469-A5C9-54B113C11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1B7E9D-ACBE-8C75-8AFD-DBFE6A66A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710" y="620722"/>
            <a:ext cx="3654099" cy="3532989"/>
          </a:xfrm>
        </p:spPr>
        <p:txBody>
          <a:bodyPr anchor="b"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Review Schema</a:t>
            </a:r>
          </a:p>
        </p:txBody>
      </p:sp>
      <p:sp useBgFill="1">
        <p:nvSpPr>
          <p:cNvPr id="21" name="Snip Diagonal Corner Rectangle 21">
            <a:extLst>
              <a:ext uri="{FF2B5EF4-FFF2-40B4-BE49-F238E27FC236}">
                <a16:creationId xmlns:a16="http://schemas.microsoft.com/office/drawing/2014/main" id="{A9CEB52D-0D40-45E3-94F9-CDB2083A9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F7EB202-DE79-4E39-BCF0-D9855DA1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DF8FC51-F3B0-4D84-A367-A14707163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B3C3EDB-3DD5-4F8C-84C2-B598DB12A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9DD3267-7A88-4810-94C1-0176A11D9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9F7E30E-9755-4BB4-B799-15752AE27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A0A74F5-C569-4A54-9AA8-8F85E9E7E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A6E6C42F-6951-2B78-F1CC-F46FB7BD16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2075207"/>
              </p:ext>
            </p:extLst>
          </p:nvPr>
        </p:nvGraphicFramePr>
        <p:xfrm>
          <a:off x="1098550" y="1096963"/>
          <a:ext cx="5643563" cy="4333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08240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B90296-CFE0-401D-9CA3-32966EC4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C9B4EE-7611-4ED9-B356-7BDD377C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4F266A-F2F7-47CD-8BBC-E3777E982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D69C80-8919-4A32-B897-F2A21F940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27B072-CC5B-481B-9719-8CD4C5444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B88142C-D3C4-43DC-A844-A7D9ECB0F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42F82-E340-8576-7A44-8CB6E6ADF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85799"/>
            <a:ext cx="4781147" cy="48926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200" dirty="0"/>
              <a:t>Schema for sentiment and key phrases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6DC9EF-092A-4FEF-8A40-0E509CA79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6096001" cy="6858000"/>
          </a:xfrm>
          <a:prstGeom prst="rect">
            <a:avLst/>
          </a:prstGeom>
          <a:solidFill>
            <a:schemeClr val="bg2">
              <a:alpha val="97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EF630-005A-0DA6-11E8-7FDA63180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1625" y="685799"/>
            <a:ext cx="4816572" cy="48699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3700">
                <a:solidFill>
                  <a:schemeClr val="tx2">
                    <a:lumMod val="60000"/>
                    <a:lumOff val="40000"/>
                  </a:schemeClr>
                </a:solidFill>
              </a:rPr>
              <a:t>{</a:t>
            </a:r>
            <a:br>
              <a:rPr lang="en-US" sz="370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3700">
                <a:solidFill>
                  <a:schemeClr val="tx2">
                    <a:lumMod val="60000"/>
                    <a:lumOff val="40000"/>
                  </a:schemeClr>
                </a:solidFill>
              </a:rPr>
              <a:t>"documents": [</a:t>
            </a:r>
            <a:br>
              <a:rPr lang="en-US" sz="370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3700">
                <a:solidFill>
                  <a:schemeClr val="tx2">
                    <a:lumMod val="60000"/>
                    <a:lumOff val="40000"/>
                  </a:schemeClr>
                </a:solidFill>
              </a:rPr>
              <a:t>{</a:t>
            </a:r>
            <a:br>
              <a:rPr lang="en-US" sz="370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3700">
                <a:solidFill>
                  <a:schemeClr val="tx2">
                    <a:lumMod val="60000"/>
                    <a:lumOff val="40000"/>
                  </a:schemeClr>
                </a:solidFill>
              </a:rPr>
              <a:t>"id": "1",</a:t>
            </a:r>
            <a:br>
              <a:rPr lang="en-US" sz="370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3700">
                <a:solidFill>
                  <a:schemeClr val="tx2">
                    <a:lumMod val="60000"/>
                    <a:lumOff val="40000"/>
                  </a:schemeClr>
                </a:solidFill>
              </a:rPr>
              <a:t>"language": "",</a:t>
            </a:r>
            <a:br>
              <a:rPr lang="en-US" sz="370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3700">
                <a:solidFill>
                  <a:schemeClr val="tx2">
                    <a:lumMod val="60000"/>
                    <a:lumOff val="40000"/>
                  </a:schemeClr>
                </a:solidFill>
              </a:rPr>
              <a:t>"text": ""</a:t>
            </a:r>
            <a:br>
              <a:rPr lang="en-US" sz="370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3700">
                <a:solidFill>
                  <a:schemeClr val="tx2">
                    <a:lumMod val="60000"/>
                    <a:lumOff val="40000"/>
                  </a:schemeClr>
                </a:solidFill>
              </a:rPr>
              <a:t>}</a:t>
            </a:r>
            <a:br>
              <a:rPr lang="en-US" sz="370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3700">
                <a:solidFill>
                  <a:schemeClr val="tx2">
                    <a:lumMod val="60000"/>
                    <a:lumOff val="40000"/>
                  </a:schemeClr>
                </a:solidFill>
              </a:rPr>
              <a:t>]</a:t>
            </a:r>
            <a:br>
              <a:rPr lang="en-US" sz="370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3700">
                <a:solidFill>
                  <a:schemeClr val="tx2">
                    <a:lumMod val="60000"/>
                    <a:lumOff val="40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6635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45" y="4435646"/>
            <a:ext cx="1419541" cy="1660354"/>
            <a:chOff x="10292292" y="2963333"/>
            <a:chExt cx="1896535" cy="22182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4212" y="0"/>
            <a:ext cx="465734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98AD50-216B-D2DD-DDD3-CD74AFB5E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919" y="685800"/>
            <a:ext cx="3705269" cy="5308599"/>
          </a:xfrm>
        </p:spPr>
        <p:txBody>
          <a:bodyPr>
            <a:normAutofit/>
          </a:bodyPr>
          <a:lstStyle/>
          <a:p>
            <a:r>
              <a:rPr lang="en-CA" sz="3200" dirty="0">
                <a:solidFill>
                  <a:srgbClr val="FFFFFF"/>
                </a:solidFill>
              </a:rPr>
              <a:t>Composition for </a:t>
            </a:r>
            <a:r>
              <a:rPr lang="en-CA" sz="3200" dirty="0" err="1">
                <a:solidFill>
                  <a:srgbClr val="FFFFFF"/>
                </a:solidFill>
              </a:rPr>
              <a:t>COSmos</a:t>
            </a:r>
            <a:r>
              <a:rPr lang="en-CA" sz="3200" dirty="0">
                <a:solidFill>
                  <a:srgbClr val="FFFFFF"/>
                </a:solidFill>
              </a:rPr>
              <a:t> 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A780F-D1BC-98C3-2B3E-A82F65307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6553" y="685800"/>
            <a:ext cx="4754563" cy="5410200"/>
          </a:xfrm>
        </p:spPr>
        <p:txBody>
          <a:bodyPr>
            <a:normAutofit/>
          </a:bodyPr>
          <a:lstStyle/>
          <a:p>
            <a:r>
              <a:rPr lang="en-CA" sz="1800">
                <a:solidFill>
                  <a:srgbClr val="FFFFFF"/>
                </a:solidFill>
              </a:rPr>
              <a:t>{</a:t>
            </a:r>
            <a:br>
              <a:rPr lang="en-CA" sz="1800">
                <a:solidFill>
                  <a:srgbClr val="FFFFFF"/>
                </a:solidFill>
              </a:rPr>
            </a:br>
            <a:r>
              <a:rPr lang="en-CA" sz="1800">
                <a:solidFill>
                  <a:srgbClr val="FFFFFF"/>
                </a:solidFill>
              </a:rPr>
              <a:t>"id": "",</a:t>
            </a:r>
            <a:br>
              <a:rPr lang="en-CA" sz="1800">
                <a:solidFill>
                  <a:srgbClr val="FFFFFF"/>
                </a:solidFill>
              </a:rPr>
            </a:br>
            <a:r>
              <a:rPr lang="en-CA" sz="1800">
                <a:solidFill>
                  <a:srgbClr val="FFFFFF"/>
                </a:solidFill>
              </a:rPr>
              <a:t>"userId": "",</a:t>
            </a:r>
            <a:br>
              <a:rPr lang="en-CA" sz="1800">
                <a:solidFill>
                  <a:srgbClr val="FFFFFF"/>
                </a:solidFill>
              </a:rPr>
            </a:br>
            <a:r>
              <a:rPr lang="en-CA" sz="1800">
                <a:solidFill>
                  <a:srgbClr val="FFFFFF"/>
                </a:solidFill>
              </a:rPr>
              <a:t>"source": "",</a:t>
            </a:r>
            <a:br>
              <a:rPr lang="en-CA" sz="1800">
                <a:solidFill>
                  <a:srgbClr val="FFFFFF"/>
                </a:solidFill>
              </a:rPr>
            </a:br>
            <a:r>
              <a:rPr lang="en-CA" sz="1800">
                <a:solidFill>
                  <a:srgbClr val="FFFFFF"/>
                </a:solidFill>
              </a:rPr>
              <a:t>"createdAt": "",</a:t>
            </a:r>
            <a:br>
              <a:rPr lang="en-CA" sz="1800">
                <a:solidFill>
                  <a:srgbClr val="FFFFFF"/>
                </a:solidFill>
              </a:rPr>
            </a:br>
            <a:r>
              <a:rPr lang="en-CA" sz="1800">
                <a:solidFill>
                  <a:srgbClr val="FFFFFF"/>
                </a:solidFill>
              </a:rPr>
              <a:t>"language": "",</a:t>
            </a:r>
            <a:br>
              <a:rPr lang="en-CA" sz="1800">
                <a:solidFill>
                  <a:srgbClr val="FFFFFF"/>
                </a:solidFill>
              </a:rPr>
            </a:br>
            <a:r>
              <a:rPr lang="en-CA" sz="1800">
                <a:solidFill>
                  <a:srgbClr val="FFFFFF"/>
                </a:solidFill>
              </a:rPr>
              <a:t>"text": "",</a:t>
            </a:r>
            <a:br>
              <a:rPr lang="en-CA" sz="1800">
                <a:solidFill>
                  <a:srgbClr val="FFFFFF"/>
                </a:solidFill>
              </a:rPr>
            </a:br>
            <a:r>
              <a:rPr lang="en-CA" sz="1800">
                <a:solidFill>
                  <a:srgbClr val="FFFFFF"/>
                </a:solidFill>
              </a:rPr>
              <a:t>"sentiment": "",</a:t>
            </a:r>
            <a:br>
              <a:rPr lang="en-CA" sz="1800">
                <a:solidFill>
                  <a:srgbClr val="FFFFFF"/>
                </a:solidFill>
              </a:rPr>
            </a:br>
            <a:r>
              <a:rPr lang="en-CA" sz="1800">
                <a:solidFill>
                  <a:srgbClr val="FFFFFF"/>
                </a:solidFill>
              </a:rPr>
              <a:t>"confidenceScores": ,</a:t>
            </a:r>
            <a:br>
              <a:rPr lang="en-CA" sz="1800">
                <a:solidFill>
                  <a:srgbClr val="FFFFFF"/>
                </a:solidFill>
              </a:rPr>
            </a:br>
            <a:r>
              <a:rPr lang="en-CA" sz="1800">
                <a:solidFill>
                  <a:srgbClr val="FFFFFF"/>
                </a:solidFill>
              </a:rPr>
              <a:t>"keyPhrases": ""</a:t>
            </a:r>
            <a:br>
              <a:rPr lang="en-CA" sz="1800">
                <a:solidFill>
                  <a:srgbClr val="FFFFFF"/>
                </a:solidFill>
              </a:rPr>
            </a:br>
            <a:r>
              <a:rPr lang="en-CA" sz="1800">
                <a:solidFill>
                  <a:srgbClr val="FFFFFF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10725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47E4F7-92F1-7692-8EF8-42E7AD12E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n-CA" dirty="0"/>
              <a:t>Example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B2456-46AC-A801-56DA-63ACB8D5D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787703"/>
            <a:ext cx="10231440" cy="479803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90000"/>
              </a:lnSpc>
            </a:pPr>
            <a:r>
              <a:rPr lang="en-CA" sz="1900" dirty="0">
                <a:solidFill>
                  <a:schemeClr val="tx1"/>
                </a:solidFill>
              </a:rPr>
              <a:t>Input: </a:t>
            </a:r>
            <a:r>
              <a:rPr lang="en-US" sz="1900" dirty="0">
                <a:solidFill>
                  <a:schemeClr val="tx1"/>
                </a:solidFill>
              </a:rPr>
              <a:t>{"</a:t>
            </a:r>
            <a:r>
              <a:rPr lang="en-US" sz="1900" dirty="0" err="1">
                <a:solidFill>
                  <a:schemeClr val="tx1"/>
                </a:solidFill>
              </a:rPr>
              <a:t>text":"Shipping</a:t>
            </a:r>
            <a:r>
              <a:rPr lang="en-US" sz="1900" dirty="0">
                <a:solidFill>
                  <a:schemeClr val="tx1"/>
                </a:solidFill>
              </a:rPr>
              <a:t> was slow but support was great.","source":"review","</a:t>
            </a:r>
            <a:r>
              <a:rPr lang="en-US" sz="1900" dirty="0" err="1">
                <a:solidFill>
                  <a:schemeClr val="tx1"/>
                </a:solidFill>
              </a:rPr>
              <a:t>userId</a:t>
            </a:r>
            <a:r>
              <a:rPr lang="en-US" sz="1900" dirty="0">
                <a:solidFill>
                  <a:schemeClr val="tx1"/>
                </a:solidFill>
              </a:rPr>
              <a:t>":"demo-user","language":"</a:t>
            </a:r>
            <a:r>
              <a:rPr lang="en-US" sz="1900" dirty="0" err="1">
                <a:solidFill>
                  <a:schemeClr val="tx1"/>
                </a:solidFill>
              </a:rPr>
              <a:t>en</a:t>
            </a:r>
            <a:r>
              <a:rPr lang="en-US" sz="1900" dirty="0">
                <a:solidFill>
                  <a:schemeClr val="tx1"/>
                </a:solidFill>
              </a:rPr>
              <a:t>"}</a:t>
            </a:r>
            <a:endParaRPr lang="en-CA" sz="19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CA" sz="1900" dirty="0">
                <a:solidFill>
                  <a:schemeClr val="tx1"/>
                </a:solidFill>
              </a:rPr>
              <a:t>Output: </a:t>
            </a:r>
          </a:p>
          <a:p>
            <a:pPr>
              <a:lnSpc>
                <a:spcPct val="90000"/>
              </a:lnSpc>
            </a:pPr>
            <a:r>
              <a:rPr lang="en-CA" sz="1900" dirty="0">
                <a:solidFill>
                  <a:schemeClr val="tx1"/>
                </a:solidFill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CA" sz="1900" dirty="0">
                <a:solidFill>
                  <a:schemeClr val="tx1"/>
                </a:solidFill>
              </a:rPr>
              <a:t>    "id": "28f83138-8aed-4182-996d-524a3d76adbc",</a:t>
            </a:r>
          </a:p>
          <a:p>
            <a:pPr>
              <a:lnSpc>
                <a:spcPct val="90000"/>
              </a:lnSpc>
            </a:pPr>
            <a:r>
              <a:rPr lang="en-CA" sz="1900" dirty="0">
                <a:solidFill>
                  <a:schemeClr val="tx1"/>
                </a:solidFill>
              </a:rPr>
              <a:t>    "</a:t>
            </a:r>
            <a:r>
              <a:rPr lang="en-CA" sz="1900" dirty="0" err="1">
                <a:solidFill>
                  <a:schemeClr val="tx1"/>
                </a:solidFill>
              </a:rPr>
              <a:t>userId</a:t>
            </a:r>
            <a:r>
              <a:rPr lang="en-CA" sz="1900" dirty="0">
                <a:solidFill>
                  <a:schemeClr val="tx1"/>
                </a:solidFill>
              </a:rPr>
              <a:t>": "demo-user",</a:t>
            </a:r>
          </a:p>
          <a:p>
            <a:pPr>
              <a:lnSpc>
                <a:spcPct val="90000"/>
              </a:lnSpc>
            </a:pPr>
            <a:r>
              <a:rPr lang="en-CA" sz="1900" dirty="0">
                <a:solidFill>
                  <a:schemeClr val="tx1"/>
                </a:solidFill>
              </a:rPr>
              <a:t>    "source": "review",</a:t>
            </a:r>
          </a:p>
          <a:p>
            <a:pPr>
              <a:lnSpc>
                <a:spcPct val="90000"/>
              </a:lnSpc>
            </a:pPr>
            <a:r>
              <a:rPr lang="en-CA" sz="1900" dirty="0">
                <a:solidFill>
                  <a:schemeClr val="tx1"/>
                </a:solidFill>
              </a:rPr>
              <a:t>    "createdAt": "2025-11-06T02:04:22.0120684Z",</a:t>
            </a:r>
          </a:p>
          <a:p>
            <a:pPr>
              <a:lnSpc>
                <a:spcPct val="90000"/>
              </a:lnSpc>
            </a:pPr>
            <a:r>
              <a:rPr lang="en-CA" sz="1900" dirty="0">
                <a:solidFill>
                  <a:schemeClr val="tx1"/>
                </a:solidFill>
              </a:rPr>
              <a:t>    "language": "</a:t>
            </a:r>
            <a:r>
              <a:rPr lang="en-CA" sz="1900" dirty="0" err="1">
                <a:solidFill>
                  <a:schemeClr val="tx1"/>
                </a:solidFill>
              </a:rPr>
              <a:t>en</a:t>
            </a:r>
            <a:r>
              <a:rPr lang="en-CA" sz="1900" dirty="0">
                <a:solidFill>
                  <a:schemeClr val="tx1"/>
                </a:solidFill>
              </a:rPr>
              <a:t>",</a:t>
            </a:r>
          </a:p>
          <a:p>
            <a:pPr>
              <a:lnSpc>
                <a:spcPct val="90000"/>
              </a:lnSpc>
            </a:pPr>
            <a:r>
              <a:rPr lang="en-CA" sz="1900" dirty="0">
                <a:solidFill>
                  <a:schemeClr val="tx1"/>
                </a:solidFill>
              </a:rPr>
              <a:t>    "text": "Shipping was slow but support was great.",</a:t>
            </a:r>
          </a:p>
          <a:p>
            <a:pPr>
              <a:lnSpc>
                <a:spcPct val="90000"/>
              </a:lnSpc>
            </a:pPr>
            <a:r>
              <a:rPr lang="en-CA" sz="1900" dirty="0">
                <a:solidFill>
                  <a:schemeClr val="tx1"/>
                </a:solidFill>
              </a:rPr>
              <a:t>    "sentiment": "positive",</a:t>
            </a:r>
          </a:p>
          <a:p>
            <a:pPr>
              <a:lnSpc>
                <a:spcPct val="90000"/>
              </a:lnSpc>
            </a:pPr>
            <a:r>
              <a:rPr lang="en-CA" sz="1900" dirty="0">
                <a:solidFill>
                  <a:schemeClr val="tx1"/>
                </a:solidFill>
              </a:rPr>
              <a:t>    "confidenceScores": {</a:t>
            </a:r>
          </a:p>
          <a:p>
            <a:pPr>
              <a:lnSpc>
                <a:spcPct val="90000"/>
              </a:lnSpc>
            </a:pPr>
            <a:r>
              <a:rPr lang="en-CA" sz="1900" dirty="0">
                <a:solidFill>
                  <a:schemeClr val="tx1"/>
                </a:solidFill>
              </a:rPr>
              <a:t>        "positive": 1,</a:t>
            </a:r>
          </a:p>
          <a:p>
            <a:pPr>
              <a:lnSpc>
                <a:spcPct val="90000"/>
              </a:lnSpc>
            </a:pPr>
            <a:r>
              <a:rPr lang="en-CA" sz="1900" dirty="0">
                <a:solidFill>
                  <a:schemeClr val="tx1"/>
                </a:solidFill>
              </a:rPr>
              <a:t>        "neutral": 0,</a:t>
            </a:r>
          </a:p>
          <a:p>
            <a:pPr>
              <a:lnSpc>
                <a:spcPct val="90000"/>
              </a:lnSpc>
            </a:pPr>
            <a:r>
              <a:rPr lang="en-CA" sz="1900" dirty="0">
                <a:solidFill>
                  <a:schemeClr val="tx1"/>
                </a:solidFill>
              </a:rPr>
              <a:t>        "negative": 0</a:t>
            </a:r>
          </a:p>
          <a:p>
            <a:pPr>
              <a:lnSpc>
                <a:spcPct val="90000"/>
              </a:lnSpc>
            </a:pPr>
            <a:r>
              <a:rPr lang="en-CA" sz="1900" dirty="0">
                <a:solidFill>
                  <a:schemeClr val="tx1"/>
                </a:solidFill>
              </a:rPr>
              <a:t>    },</a:t>
            </a:r>
          </a:p>
          <a:p>
            <a:pPr>
              <a:lnSpc>
                <a:spcPct val="90000"/>
              </a:lnSpc>
            </a:pPr>
            <a:r>
              <a:rPr lang="en-CA" sz="1900" dirty="0">
                <a:solidFill>
                  <a:schemeClr val="tx1"/>
                </a:solidFill>
              </a:rPr>
              <a:t>    "keyPhrases": "[\"Shipping\",\"support\"]"</a:t>
            </a:r>
          </a:p>
          <a:p>
            <a:pPr>
              <a:lnSpc>
                <a:spcPct val="90000"/>
              </a:lnSpc>
            </a:pPr>
            <a:r>
              <a:rPr lang="en-CA" sz="1900" dirty="0">
                <a:solidFill>
                  <a:schemeClr val="tx1"/>
                </a:solidFill>
              </a:rPr>
              <a:t>}</a:t>
            </a:r>
          </a:p>
          <a:p>
            <a:pPr>
              <a:lnSpc>
                <a:spcPct val="90000"/>
              </a:lnSpc>
            </a:pPr>
            <a:endParaRPr lang="en-CA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9472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F4E830A-06F9-4EAA-9E65-110CF242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995A5C-4915-0041-4EDA-B34130333B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3174" y="10"/>
            <a:ext cx="12192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48FEB4-6877-0EAA-5157-9702051EC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en-CA" dirty="0"/>
              <a:t>Cost Considerations / </a:t>
            </a:r>
            <a:r>
              <a:rPr lang="en-CA" dirty="0" err="1"/>
              <a:t>sCALABILITY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43616-E9BB-AD2A-381D-4D4C08408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3615267"/>
          </a:xfrm>
        </p:spPr>
        <p:txBody>
          <a:bodyPr>
            <a:normAutofit/>
          </a:bodyPr>
          <a:lstStyle/>
          <a:p>
            <a:r>
              <a:rPr lang="en-CA" b="1" dirty="0">
                <a:solidFill>
                  <a:schemeClr val="tx1"/>
                </a:solidFill>
              </a:rPr>
              <a:t>COSMOS DB is set to fixed for request units being 400 Rus, as a decent portion of the cost is the database.</a:t>
            </a:r>
          </a:p>
          <a:p>
            <a:r>
              <a:rPr lang="en-CA" b="1" dirty="0">
                <a:solidFill>
                  <a:schemeClr val="tx1"/>
                </a:solidFill>
              </a:rPr>
              <a:t>Database can always be changed to Auto if the database is expected to receive an undetermined amount of traffic</a:t>
            </a:r>
          </a:p>
        </p:txBody>
      </p:sp>
    </p:spTree>
    <p:extLst>
      <p:ext uri="{BB962C8B-B14F-4D97-AF65-F5344CB8AC3E}">
        <p14:creationId xmlns:p14="http://schemas.microsoft.com/office/powerpoint/2010/main" val="531802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C33F367-76E5-4D2A-96B1-4FD443CDD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nip Diagonal Corner Rectangle 21">
            <a:extLst>
              <a:ext uri="{FF2B5EF4-FFF2-40B4-BE49-F238E27FC236}">
                <a16:creationId xmlns:a16="http://schemas.microsoft.com/office/drawing/2014/main" id="{6F769419-3E73-449D-B62A-0CDEC946A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8129873" cy="6858002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6515200-42F9-488F-9895-6CDBCD1E8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3185F0E-78D5-4C2D-9239-D3515B448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BD9142-FF9C-4EED-A027-18D095481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2F547D3-9752-4481-B3A8-50E08610B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999C2F-3D0D-4813-9696-83630A6FE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737390-C9CA-456B-9F40-D7A76EA24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0414DB-6A70-0AD5-EA34-F996B8D45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8661" y="941424"/>
            <a:ext cx="3043896" cy="3248611"/>
          </a:xfrm>
        </p:spPr>
        <p:txBody>
          <a:bodyPr>
            <a:normAutofit/>
          </a:bodyPr>
          <a:lstStyle/>
          <a:p>
            <a:r>
              <a:rPr lang="en-CA" sz="3300">
                <a:solidFill>
                  <a:srgbClr val="FFFFFF"/>
                </a:solidFill>
              </a:rPr>
              <a:t>Cost (Estimation)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08F778-D373-5D1F-4466-C4EC59BE6F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1599522"/>
              </p:ext>
            </p:extLst>
          </p:nvPr>
        </p:nvGraphicFramePr>
        <p:xfrm>
          <a:off x="940645" y="941424"/>
          <a:ext cx="6190459" cy="4768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6560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C33F367-76E5-4D2A-96B1-4FD443CDD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nip Diagonal Corner Rectangle 21">
            <a:extLst>
              <a:ext uri="{FF2B5EF4-FFF2-40B4-BE49-F238E27FC236}">
                <a16:creationId xmlns:a16="http://schemas.microsoft.com/office/drawing/2014/main" id="{6F769419-3E73-449D-B62A-0CDEC946A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8129873" cy="6858002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6515200-42F9-488F-9895-6CDBCD1E8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3185F0E-78D5-4C2D-9239-D3515B448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BD9142-FF9C-4EED-A027-18D095481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2F547D3-9752-4481-B3A8-50E08610B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999C2F-3D0D-4813-9696-83630A6FE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737390-C9CA-456B-9F40-D7A76EA24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B1A20D8-4B40-DE2D-065E-CE2564FCE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8661" y="941424"/>
            <a:ext cx="3043896" cy="3248611"/>
          </a:xfrm>
        </p:spPr>
        <p:txBody>
          <a:bodyPr>
            <a:normAutofit/>
          </a:bodyPr>
          <a:lstStyle/>
          <a:p>
            <a:r>
              <a:rPr lang="en-CA" sz="3100" dirty="0">
                <a:solidFill>
                  <a:srgbClr val="FFFFFF"/>
                </a:solidFill>
              </a:rPr>
              <a:t>Requirements for productions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C800C69E-599F-267D-5492-36FD09E8FB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2191287"/>
              </p:ext>
            </p:extLst>
          </p:nvPr>
        </p:nvGraphicFramePr>
        <p:xfrm>
          <a:off x="940645" y="941424"/>
          <a:ext cx="6190459" cy="4768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715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B1DE0-F252-E7A8-EED4-83CD2769A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1E763-9BE0-4C8C-A6EC-9F4EE0C30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Using Azure Cognitive Services Text Analytics to interpret user feelings on products and services</a:t>
            </a:r>
          </a:p>
          <a:p>
            <a:r>
              <a:rPr lang="en-CA" dirty="0"/>
              <a:t>Storing the data and using it in Power BI to visualize how consumers feel about our product and services</a:t>
            </a:r>
          </a:p>
          <a:p>
            <a:r>
              <a:rPr lang="en-CA" dirty="0"/>
              <a:t>Storing the data is costly</a:t>
            </a:r>
          </a:p>
        </p:txBody>
      </p:sp>
    </p:spTree>
    <p:extLst>
      <p:ext uri="{BB962C8B-B14F-4D97-AF65-F5344CB8AC3E}">
        <p14:creationId xmlns:p14="http://schemas.microsoft.com/office/powerpoint/2010/main" val="1668632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C9193-6648-5D13-C1CC-ED867765D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Clean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90829-7583-EABE-A8FF-7255B73BC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To remove all POC resources:</a:t>
            </a:r>
          </a:p>
          <a:p>
            <a:r>
              <a:rPr lang="en-CA" dirty="0" err="1"/>
              <a:t>az</a:t>
            </a:r>
            <a:r>
              <a:rPr lang="en-CA" dirty="0"/>
              <a:t> group delete --name Student-RG-</a:t>
            </a:r>
            <a:r>
              <a:rPr lang="en-CA" b="1" dirty="0"/>
              <a:t>1886175</a:t>
            </a:r>
            <a:r>
              <a:rPr lang="en-CA" dirty="0"/>
              <a:t> --yes --no-wait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3232049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556</TotalTime>
  <Words>631</Words>
  <Application>Microsoft Office PowerPoint</Application>
  <PresentationFormat>Widescreen</PresentationFormat>
  <Paragraphs>89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Century Gothic</vt:lpstr>
      <vt:lpstr>Wingdings 3</vt:lpstr>
      <vt:lpstr>Slice</vt:lpstr>
      <vt:lpstr>Sentiment DashBoard</vt:lpstr>
      <vt:lpstr>overview</vt:lpstr>
      <vt:lpstr>Endpoints</vt:lpstr>
      <vt:lpstr>Architecture</vt:lpstr>
      <vt:lpstr>Review Schema</vt:lpstr>
      <vt:lpstr>Schema for sentiment and key phrases</vt:lpstr>
      <vt:lpstr>Composition for COSmos DB</vt:lpstr>
      <vt:lpstr>Example</vt:lpstr>
      <vt:lpstr>Cost Considerations / sCALABILITY</vt:lpstr>
      <vt:lpstr>Cost (Estimation)</vt:lpstr>
      <vt:lpstr>Requirements for productions</vt:lpstr>
      <vt:lpstr>Lessons Learned</vt:lpstr>
      <vt:lpstr>Clean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Narsa</dc:creator>
  <cp:lastModifiedBy>Nicholas Narsa</cp:lastModifiedBy>
  <cp:revision>17</cp:revision>
  <dcterms:created xsi:type="dcterms:W3CDTF">2025-11-06T00:30:08Z</dcterms:created>
  <dcterms:modified xsi:type="dcterms:W3CDTF">2025-11-06T09:47:10Z</dcterms:modified>
</cp:coreProperties>
</file>